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</p:sldIdLst>
  <p:sldSz cx="5761038" cy="1828800"/>
  <p:notesSz cx="6858000" cy="9144000"/>
  <p:defaultTextStyle>
    <a:defPPr>
      <a:defRPr lang="en-US"/>
    </a:defPPr>
    <a:lvl1pPr marL="0" algn="l" defTabSz="414586" rtl="0" eaLnBrk="1" latinLnBrk="0" hangingPunct="1">
      <a:defRPr sz="817" kern="1200">
        <a:solidFill>
          <a:schemeClr val="tx1"/>
        </a:solidFill>
        <a:latin typeface="+mn-lt"/>
        <a:ea typeface="+mn-ea"/>
        <a:cs typeface="+mn-cs"/>
      </a:defRPr>
    </a:lvl1pPr>
    <a:lvl2pPr marL="207293" algn="l" defTabSz="414586" rtl="0" eaLnBrk="1" latinLnBrk="0" hangingPunct="1">
      <a:defRPr sz="817" kern="1200">
        <a:solidFill>
          <a:schemeClr val="tx1"/>
        </a:solidFill>
        <a:latin typeface="+mn-lt"/>
        <a:ea typeface="+mn-ea"/>
        <a:cs typeface="+mn-cs"/>
      </a:defRPr>
    </a:lvl2pPr>
    <a:lvl3pPr marL="414586" algn="l" defTabSz="414586" rtl="0" eaLnBrk="1" latinLnBrk="0" hangingPunct="1">
      <a:defRPr sz="817" kern="1200">
        <a:solidFill>
          <a:schemeClr val="tx1"/>
        </a:solidFill>
        <a:latin typeface="+mn-lt"/>
        <a:ea typeface="+mn-ea"/>
        <a:cs typeface="+mn-cs"/>
      </a:defRPr>
    </a:lvl3pPr>
    <a:lvl4pPr marL="621877" algn="l" defTabSz="414586" rtl="0" eaLnBrk="1" latinLnBrk="0" hangingPunct="1">
      <a:defRPr sz="817" kern="1200">
        <a:solidFill>
          <a:schemeClr val="tx1"/>
        </a:solidFill>
        <a:latin typeface="+mn-lt"/>
        <a:ea typeface="+mn-ea"/>
        <a:cs typeface="+mn-cs"/>
      </a:defRPr>
    </a:lvl4pPr>
    <a:lvl5pPr marL="829173" algn="l" defTabSz="414586" rtl="0" eaLnBrk="1" latinLnBrk="0" hangingPunct="1">
      <a:defRPr sz="817" kern="1200">
        <a:solidFill>
          <a:schemeClr val="tx1"/>
        </a:solidFill>
        <a:latin typeface="+mn-lt"/>
        <a:ea typeface="+mn-ea"/>
        <a:cs typeface="+mn-cs"/>
      </a:defRPr>
    </a:lvl5pPr>
    <a:lvl6pPr marL="1036463" algn="l" defTabSz="414586" rtl="0" eaLnBrk="1" latinLnBrk="0" hangingPunct="1">
      <a:defRPr sz="817" kern="1200">
        <a:solidFill>
          <a:schemeClr val="tx1"/>
        </a:solidFill>
        <a:latin typeface="+mn-lt"/>
        <a:ea typeface="+mn-ea"/>
        <a:cs typeface="+mn-cs"/>
      </a:defRPr>
    </a:lvl6pPr>
    <a:lvl7pPr marL="1243757" algn="l" defTabSz="414586" rtl="0" eaLnBrk="1" latinLnBrk="0" hangingPunct="1">
      <a:defRPr sz="817" kern="1200">
        <a:solidFill>
          <a:schemeClr val="tx1"/>
        </a:solidFill>
        <a:latin typeface="+mn-lt"/>
        <a:ea typeface="+mn-ea"/>
        <a:cs typeface="+mn-cs"/>
      </a:defRPr>
    </a:lvl7pPr>
    <a:lvl8pPr marL="1451048" algn="l" defTabSz="414586" rtl="0" eaLnBrk="1" latinLnBrk="0" hangingPunct="1">
      <a:defRPr sz="817" kern="1200">
        <a:solidFill>
          <a:schemeClr val="tx1"/>
        </a:solidFill>
        <a:latin typeface="+mn-lt"/>
        <a:ea typeface="+mn-ea"/>
        <a:cs typeface="+mn-cs"/>
      </a:defRPr>
    </a:lvl8pPr>
    <a:lvl9pPr marL="1658341" algn="l" defTabSz="414586" rtl="0" eaLnBrk="1" latinLnBrk="0" hangingPunct="1">
      <a:defRPr sz="81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80"/>
    <p:restoredTop sz="94674"/>
  </p:normalViewPr>
  <p:slideViewPr>
    <p:cSldViewPr snapToGrid="0" snapToObjects="1">
      <p:cViewPr varScale="1">
        <p:scale>
          <a:sx n="282" d="100"/>
          <a:sy n="282" d="100"/>
        </p:scale>
        <p:origin x="176" y="1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130" y="299297"/>
            <a:ext cx="4320779" cy="636693"/>
          </a:xfrm>
        </p:spPr>
        <p:txBody>
          <a:bodyPr anchor="b"/>
          <a:lstStyle>
            <a:lvl1pPr algn="ctr"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0130" y="960543"/>
            <a:ext cx="4320779" cy="441537"/>
          </a:xfrm>
        </p:spPr>
        <p:txBody>
          <a:bodyPr/>
          <a:lstStyle>
            <a:lvl1pPr marL="0" indent="0" algn="ctr">
              <a:buNone/>
              <a:defRPr sz="640"/>
            </a:lvl1pPr>
            <a:lvl2pPr marL="121935" indent="0" algn="ctr">
              <a:buNone/>
              <a:defRPr sz="533"/>
            </a:lvl2pPr>
            <a:lvl3pPr marL="243870" indent="0" algn="ctr">
              <a:buNone/>
              <a:defRPr sz="480"/>
            </a:lvl3pPr>
            <a:lvl4pPr marL="365806" indent="0" algn="ctr">
              <a:buNone/>
              <a:defRPr sz="427"/>
            </a:lvl4pPr>
            <a:lvl5pPr marL="487741" indent="0" algn="ctr">
              <a:buNone/>
              <a:defRPr sz="427"/>
            </a:lvl5pPr>
            <a:lvl6pPr marL="609676" indent="0" algn="ctr">
              <a:buNone/>
              <a:defRPr sz="427"/>
            </a:lvl6pPr>
            <a:lvl7pPr marL="731611" indent="0" algn="ctr">
              <a:buNone/>
              <a:defRPr sz="427"/>
            </a:lvl7pPr>
            <a:lvl8pPr marL="853547" indent="0" algn="ctr">
              <a:buNone/>
              <a:defRPr sz="427"/>
            </a:lvl8pPr>
            <a:lvl9pPr marL="975482" indent="0" algn="ctr">
              <a:buNone/>
              <a:defRPr sz="42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2930-A082-7C4C-BCA5-670717E841A7}" type="datetimeFigureOut">
              <a:rPr lang="en-US" smtClean="0"/>
              <a:t>8/22/19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557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2930-A082-7C4C-BCA5-670717E841A7}" type="datetimeFigureOut">
              <a:rPr lang="en-US" smtClean="0"/>
              <a:t>8/22/19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02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071" y="455930"/>
            <a:ext cx="4968895" cy="76073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3071" y="1223857"/>
            <a:ext cx="4968895" cy="400050"/>
          </a:xfrm>
        </p:spPr>
        <p:txBody>
          <a:bodyPr/>
          <a:lstStyle>
            <a:lvl1pPr marL="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1pPr>
            <a:lvl2pPr marL="121935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2pPr>
            <a:lvl3pPr marL="24387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3pPr>
            <a:lvl4pPr marL="365806" indent="0">
              <a:buNone/>
              <a:defRPr sz="427">
                <a:solidFill>
                  <a:schemeClr val="tx1">
                    <a:tint val="75000"/>
                  </a:schemeClr>
                </a:solidFill>
              </a:defRPr>
            </a:lvl4pPr>
            <a:lvl5pPr marL="487741" indent="0">
              <a:buNone/>
              <a:defRPr sz="427">
                <a:solidFill>
                  <a:schemeClr val="tx1">
                    <a:tint val="75000"/>
                  </a:schemeClr>
                </a:solidFill>
              </a:defRPr>
            </a:lvl5pPr>
            <a:lvl6pPr marL="609676" indent="0">
              <a:buNone/>
              <a:defRPr sz="427">
                <a:solidFill>
                  <a:schemeClr val="tx1">
                    <a:tint val="75000"/>
                  </a:schemeClr>
                </a:solidFill>
              </a:defRPr>
            </a:lvl6pPr>
            <a:lvl7pPr marL="731611" indent="0">
              <a:buNone/>
              <a:defRPr sz="427">
                <a:solidFill>
                  <a:schemeClr val="tx1">
                    <a:tint val="75000"/>
                  </a:schemeClr>
                </a:solidFill>
              </a:defRPr>
            </a:lvl7pPr>
            <a:lvl8pPr marL="853547" indent="0">
              <a:buNone/>
              <a:defRPr sz="427">
                <a:solidFill>
                  <a:schemeClr val="tx1">
                    <a:tint val="75000"/>
                  </a:schemeClr>
                </a:solidFill>
              </a:defRPr>
            </a:lvl8pPr>
            <a:lvl9pPr marL="975482" indent="0">
              <a:buNone/>
              <a:defRPr sz="42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2930-A082-7C4C-BCA5-670717E841A7}" type="datetimeFigureOut">
              <a:rPr lang="en-US" smtClean="0"/>
              <a:t>8/22/19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292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6071" y="486833"/>
            <a:ext cx="2448441" cy="11603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16526" y="486833"/>
            <a:ext cx="2448441" cy="11603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2930-A082-7C4C-BCA5-670717E841A7}" type="datetimeFigureOut">
              <a:rPr lang="en-US" smtClean="0"/>
              <a:t>8/22/19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15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22" y="97367"/>
            <a:ext cx="4968895" cy="35348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6822" y="448310"/>
            <a:ext cx="2437189" cy="219710"/>
          </a:xfrm>
        </p:spPr>
        <p:txBody>
          <a:bodyPr anchor="b"/>
          <a:lstStyle>
            <a:lvl1pPr marL="0" indent="0">
              <a:buNone/>
              <a:defRPr sz="640" b="1"/>
            </a:lvl1pPr>
            <a:lvl2pPr marL="121935" indent="0">
              <a:buNone/>
              <a:defRPr sz="533" b="1"/>
            </a:lvl2pPr>
            <a:lvl3pPr marL="243870" indent="0">
              <a:buNone/>
              <a:defRPr sz="480" b="1"/>
            </a:lvl3pPr>
            <a:lvl4pPr marL="365806" indent="0">
              <a:buNone/>
              <a:defRPr sz="427" b="1"/>
            </a:lvl4pPr>
            <a:lvl5pPr marL="487741" indent="0">
              <a:buNone/>
              <a:defRPr sz="427" b="1"/>
            </a:lvl5pPr>
            <a:lvl6pPr marL="609676" indent="0">
              <a:buNone/>
              <a:defRPr sz="427" b="1"/>
            </a:lvl6pPr>
            <a:lvl7pPr marL="731611" indent="0">
              <a:buNone/>
              <a:defRPr sz="427" b="1"/>
            </a:lvl7pPr>
            <a:lvl8pPr marL="853547" indent="0">
              <a:buNone/>
              <a:defRPr sz="427" b="1"/>
            </a:lvl8pPr>
            <a:lvl9pPr marL="975482" indent="0">
              <a:buNone/>
              <a:defRPr sz="427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6822" y="668020"/>
            <a:ext cx="2437189" cy="9825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6525" y="448310"/>
            <a:ext cx="2449192" cy="219710"/>
          </a:xfrm>
        </p:spPr>
        <p:txBody>
          <a:bodyPr anchor="b"/>
          <a:lstStyle>
            <a:lvl1pPr marL="0" indent="0">
              <a:buNone/>
              <a:defRPr sz="640" b="1"/>
            </a:lvl1pPr>
            <a:lvl2pPr marL="121935" indent="0">
              <a:buNone/>
              <a:defRPr sz="533" b="1"/>
            </a:lvl2pPr>
            <a:lvl3pPr marL="243870" indent="0">
              <a:buNone/>
              <a:defRPr sz="480" b="1"/>
            </a:lvl3pPr>
            <a:lvl4pPr marL="365806" indent="0">
              <a:buNone/>
              <a:defRPr sz="427" b="1"/>
            </a:lvl4pPr>
            <a:lvl5pPr marL="487741" indent="0">
              <a:buNone/>
              <a:defRPr sz="427" b="1"/>
            </a:lvl5pPr>
            <a:lvl6pPr marL="609676" indent="0">
              <a:buNone/>
              <a:defRPr sz="427" b="1"/>
            </a:lvl6pPr>
            <a:lvl7pPr marL="731611" indent="0">
              <a:buNone/>
              <a:defRPr sz="427" b="1"/>
            </a:lvl7pPr>
            <a:lvl8pPr marL="853547" indent="0">
              <a:buNone/>
              <a:defRPr sz="427" b="1"/>
            </a:lvl8pPr>
            <a:lvl9pPr marL="975482" indent="0">
              <a:buNone/>
              <a:defRPr sz="427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916525" y="668020"/>
            <a:ext cx="2449192" cy="9825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2930-A082-7C4C-BCA5-670717E841A7}" type="datetimeFigureOut">
              <a:rPr lang="en-US" smtClean="0"/>
              <a:t>8/22/19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106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2930-A082-7C4C-BCA5-670717E841A7}" type="datetimeFigureOut">
              <a:rPr lang="en-US" smtClean="0"/>
              <a:t>8/22/19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095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2930-A082-7C4C-BCA5-670717E841A7}" type="datetimeFigureOut">
              <a:rPr lang="en-US" smtClean="0"/>
              <a:t>8/22/19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528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22" y="121920"/>
            <a:ext cx="1858085" cy="426720"/>
          </a:xfrm>
        </p:spPr>
        <p:txBody>
          <a:bodyPr anchor="b"/>
          <a:lstStyle>
            <a:lvl1pPr>
              <a:defRPr sz="8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9192" y="263314"/>
            <a:ext cx="2916525" cy="1299633"/>
          </a:xfrm>
        </p:spPr>
        <p:txBody>
          <a:bodyPr/>
          <a:lstStyle>
            <a:lvl1pPr>
              <a:defRPr sz="853"/>
            </a:lvl1pPr>
            <a:lvl2pPr>
              <a:defRPr sz="747"/>
            </a:lvl2pPr>
            <a:lvl3pPr>
              <a:defRPr sz="640"/>
            </a:lvl3pPr>
            <a:lvl4pPr>
              <a:defRPr sz="533"/>
            </a:lvl4pPr>
            <a:lvl5pPr>
              <a:defRPr sz="533"/>
            </a:lvl5pPr>
            <a:lvl6pPr>
              <a:defRPr sz="533"/>
            </a:lvl6pPr>
            <a:lvl7pPr>
              <a:defRPr sz="533"/>
            </a:lvl7pPr>
            <a:lvl8pPr>
              <a:defRPr sz="533"/>
            </a:lvl8pPr>
            <a:lvl9pPr>
              <a:defRPr sz="5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6822" y="548640"/>
            <a:ext cx="1858085" cy="1016423"/>
          </a:xfrm>
        </p:spPr>
        <p:txBody>
          <a:bodyPr/>
          <a:lstStyle>
            <a:lvl1pPr marL="0" indent="0">
              <a:buNone/>
              <a:defRPr sz="427"/>
            </a:lvl1pPr>
            <a:lvl2pPr marL="121935" indent="0">
              <a:buNone/>
              <a:defRPr sz="373"/>
            </a:lvl2pPr>
            <a:lvl3pPr marL="243870" indent="0">
              <a:buNone/>
              <a:defRPr sz="320"/>
            </a:lvl3pPr>
            <a:lvl4pPr marL="365806" indent="0">
              <a:buNone/>
              <a:defRPr sz="267"/>
            </a:lvl4pPr>
            <a:lvl5pPr marL="487741" indent="0">
              <a:buNone/>
              <a:defRPr sz="267"/>
            </a:lvl5pPr>
            <a:lvl6pPr marL="609676" indent="0">
              <a:buNone/>
              <a:defRPr sz="267"/>
            </a:lvl6pPr>
            <a:lvl7pPr marL="731611" indent="0">
              <a:buNone/>
              <a:defRPr sz="267"/>
            </a:lvl7pPr>
            <a:lvl8pPr marL="853547" indent="0">
              <a:buNone/>
              <a:defRPr sz="267"/>
            </a:lvl8pPr>
            <a:lvl9pPr marL="975482" indent="0">
              <a:buNone/>
              <a:defRPr sz="26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2930-A082-7C4C-BCA5-670717E841A7}" type="datetimeFigureOut">
              <a:rPr lang="en-US" smtClean="0"/>
              <a:t>8/22/19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318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22" y="121920"/>
            <a:ext cx="1858085" cy="426720"/>
          </a:xfrm>
        </p:spPr>
        <p:txBody>
          <a:bodyPr anchor="b"/>
          <a:lstStyle>
            <a:lvl1pPr>
              <a:defRPr sz="8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49192" y="263314"/>
            <a:ext cx="2916525" cy="1299633"/>
          </a:xfrm>
        </p:spPr>
        <p:txBody>
          <a:bodyPr anchor="t"/>
          <a:lstStyle>
            <a:lvl1pPr marL="0" indent="0">
              <a:buNone/>
              <a:defRPr sz="853"/>
            </a:lvl1pPr>
            <a:lvl2pPr marL="121935" indent="0">
              <a:buNone/>
              <a:defRPr sz="747"/>
            </a:lvl2pPr>
            <a:lvl3pPr marL="243870" indent="0">
              <a:buNone/>
              <a:defRPr sz="640"/>
            </a:lvl3pPr>
            <a:lvl4pPr marL="365806" indent="0">
              <a:buNone/>
              <a:defRPr sz="533"/>
            </a:lvl4pPr>
            <a:lvl5pPr marL="487741" indent="0">
              <a:buNone/>
              <a:defRPr sz="533"/>
            </a:lvl5pPr>
            <a:lvl6pPr marL="609676" indent="0">
              <a:buNone/>
              <a:defRPr sz="533"/>
            </a:lvl6pPr>
            <a:lvl7pPr marL="731611" indent="0">
              <a:buNone/>
              <a:defRPr sz="533"/>
            </a:lvl7pPr>
            <a:lvl8pPr marL="853547" indent="0">
              <a:buNone/>
              <a:defRPr sz="533"/>
            </a:lvl8pPr>
            <a:lvl9pPr marL="975482" indent="0">
              <a:buNone/>
              <a:defRPr sz="5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6822" y="548640"/>
            <a:ext cx="1858085" cy="1016423"/>
          </a:xfrm>
        </p:spPr>
        <p:txBody>
          <a:bodyPr/>
          <a:lstStyle>
            <a:lvl1pPr marL="0" indent="0">
              <a:buNone/>
              <a:defRPr sz="427"/>
            </a:lvl1pPr>
            <a:lvl2pPr marL="121935" indent="0">
              <a:buNone/>
              <a:defRPr sz="373"/>
            </a:lvl2pPr>
            <a:lvl3pPr marL="243870" indent="0">
              <a:buNone/>
              <a:defRPr sz="320"/>
            </a:lvl3pPr>
            <a:lvl4pPr marL="365806" indent="0">
              <a:buNone/>
              <a:defRPr sz="267"/>
            </a:lvl4pPr>
            <a:lvl5pPr marL="487741" indent="0">
              <a:buNone/>
              <a:defRPr sz="267"/>
            </a:lvl5pPr>
            <a:lvl6pPr marL="609676" indent="0">
              <a:buNone/>
              <a:defRPr sz="267"/>
            </a:lvl6pPr>
            <a:lvl7pPr marL="731611" indent="0">
              <a:buNone/>
              <a:defRPr sz="267"/>
            </a:lvl7pPr>
            <a:lvl8pPr marL="853547" indent="0">
              <a:buNone/>
              <a:defRPr sz="267"/>
            </a:lvl8pPr>
            <a:lvl9pPr marL="975482" indent="0">
              <a:buNone/>
              <a:defRPr sz="26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2930-A082-7C4C-BCA5-670717E841A7}" type="datetimeFigureOut">
              <a:rPr lang="en-US" smtClean="0"/>
              <a:t>8/22/19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326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2930-A082-7C4C-BCA5-670717E841A7}" type="datetimeFigureOut">
              <a:rPr lang="en-US" smtClean="0"/>
              <a:t>8/22/19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55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122743" y="97367"/>
            <a:ext cx="1242224" cy="1549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072" y="97367"/>
            <a:ext cx="3654658" cy="154982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2930-A082-7C4C-BCA5-670717E841A7}" type="datetimeFigureOut">
              <a:rPr lang="en-US" smtClean="0"/>
              <a:t>8/22/19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385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6072" y="97367"/>
            <a:ext cx="4968895" cy="353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6072" y="486833"/>
            <a:ext cx="4968895" cy="1160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6071" y="1695027"/>
            <a:ext cx="1296234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02930-A082-7C4C-BCA5-670717E841A7}" type="datetimeFigureOut">
              <a:rPr lang="en-US" smtClean="0"/>
              <a:t>8/22/19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08344" y="1695027"/>
            <a:ext cx="1944350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68733" y="1695027"/>
            <a:ext cx="1296234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034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243870" rtl="0" eaLnBrk="1" latinLnBrk="0" hangingPunct="1">
        <a:lnSpc>
          <a:spcPct val="90000"/>
        </a:lnSpc>
        <a:spcBef>
          <a:spcPct val="0"/>
        </a:spcBef>
        <a:buNone/>
        <a:defRPr sz="11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968" indent="-60968" algn="l" defTabSz="24387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747" kern="1200">
          <a:solidFill>
            <a:schemeClr val="tx1"/>
          </a:solidFill>
          <a:latin typeface="+mn-lt"/>
          <a:ea typeface="+mn-ea"/>
          <a:cs typeface="+mn-cs"/>
        </a:defRPr>
      </a:lvl1pPr>
      <a:lvl2pPr marL="182903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2pPr>
      <a:lvl3pPr marL="304838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533" kern="1200">
          <a:solidFill>
            <a:schemeClr val="tx1"/>
          </a:solidFill>
          <a:latin typeface="+mn-lt"/>
          <a:ea typeface="+mn-ea"/>
          <a:cs typeface="+mn-cs"/>
        </a:defRPr>
      </a:lvl3pPr>
      <a:lvl4pPr marL="426773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4pPr>
      <a:lvl5pPr marL="548709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5pPr>
      <a:lvl6pPr marL="670644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6pPr>
      <a:lvl7pPr marL="792579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7pPr>
      <a:lvl8pPr marL="914514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8pPr>
      <a:lvl9pPr marL="1036450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1pPr>
      <a:lvl2pPr marL="121935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2pPr>
      <a:lvl3pPr marL="243870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3pPr>
      <a:lvl4pPr marL="365806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4pPr>
      <a:lvl5pPr marL="487741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5pPr>
      <a:lvl6pPr marL="609676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6pPr>
      <a:lvl7pPr marL="731611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7pPr>
      <a:lvl8pPr marL="853547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8pPr>
      <a:lvl9pPr marL="975482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Arc 81">
            <a:extLst>
              <a:ext uri="{FF2B5EF4-FFF2-40B4-BE49-F238E27FC236}">
                <a16:creationId xmlns:a16="http://schemas.microsoft.com/office/drawing/2014/main" id="{C64D1986-286C-DC4B-8F0A-5D55CC447DB4}"/>
              </a:ext>
            </a:extLst>
          </p:cNvPr>
          <p:cNvSpPr/>
          <p:nvPr/>
        </p:nvSpPr>
        <p:spPr>
          <a:xfrm>
            <a:off x="165097" y="957324"/>
            <a:ext cx="389467" cy="369330"/>
          </a:xfrm>
          <a:prstGeom prst="arc">
            <a:avLst>
              <a:gd name="adj1" fmla="val 11039206"/>
              <a:gd name="adj2" fmla="val 0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D7DFE216-DC98-9948-AAD4-C698D5878C74}"/>
              </a:ext>
            </a:extLst>
          </p:cNvPr>
          <p:cNvSpPr/>
          <p:nvPr/>
        </p:nvSpPr>
        <p:spPr>
          <a:xfrm>
            <a:off x="4588518" y="1151407"/>
            <a:ext cx="914400" cy="35049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A470D524-9B4F-5849-BC47-3E07431CD0BB}"/>
              </a:ext>
            </a:extLst>
          </p:cNvPr>
          <p:cNvCxnSpPr>
            <a:cxnSpLocks/>
          </p:cNvCxnSpPr>
          <p:nvPr/>
        </p:nvCxnSpPr>
        <p:spPr>
          <a:xfrm>
            <a:off x="4104406" y="1325108"/>
            <a:ext cx="477761" cy="1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25960928-F4B4-9546-933C-74A6DE1CA1E3}"/>
              </a:ext>
            </a:extLst>
          </p:cNvPr>
          <p:cNvSpPr txBox="1"/>
          <p:nvPr/>
        </p:nvSpPr>
        <p:spPr>
          <a:xfrm>
            <a:off x="1491327" y="1564183"/>
            <a:ext cx="13612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/>
              <a:t>Neutrophil Maturation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8D98643-B161-B741-ACF8-FB2E80B51153}"/>
              </a:ext>
            </a:extLst>
          </p:cNvPr>
          <p:cNvSpPr txBox="1"/>
          <p:nvPr/>
        </p:nvSpPr>
        <p:spPr>
          <a:xfrm>
            <a:off x="4786673" y="1170704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Arial" pitchFamily="18"/>
                <a:ea typeface="Andale Sans UI" pitchFamily="2"/>
                <a:cs typeface="Tahoma" pitchFamily="2"/>
              </a:rPr>
              <a:t>Circ</a:t>
            </a:r>
            <a:endParaRPr lang="en-US" sz="1400" dirty="0">
              <a:latin typeface="Arial" pitchFamily="18"/>
              <a:ea typeface="Andale Sans UI" pitchFamily="2"/>
              <a:cs typeface="Tahoma" pitchFamily="2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A79C2948-9499-AC4D-B1D9-5D6C4F85DCAF}"/>
              </a:ext>
            </a:extLst>
          </p:cNvPr>
          <p:cNvSpPr/>
          <p:nvPr/>
        </p:nvSpPr>
        <p:spPr>
          <a:xfrm>
            <a:off x="108129" y="1139625"/>
            <a:ext cx="520446" cy="3563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F7C08A1-89A7-CD47-A8FD-E0F737C54C37}"/>
              </a:ext>
            </a:extLst>
          </p:cNvPr>
          <p:cNvSpPr txBox="1"/>
          <p:nvPr/>
        </p:nvSpPr>
        <p:spPr>
          <a:xfrm>
            <a:off x="140526" y="1150916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Arial" pitchFamily="18"/>
                <a:ea typeface="Andale Sans UI" pitchFamily="2"/>
                <a:cs typeface="Tahoma" pitchFamily="2"/>
              </a:rPr>
              <a:t>prol</a:t>
            </a:r>
            <a:endParaRPr lang="en-US" sz="1400" dirty="0">
              <a:latin typeface="Arial" pitchFamily="18"/>
              <a:ea typeface="Andale Sans UI" pitchFamily="2"/>
              <a:cs typeface="Tahoma" pitchFamily="2"/>
            </a:endParaRPr>
          </a:p>
        </p:txBody>
      </p:sp>
      <p:sp>
        <p:nvSpPr>
          <p:cNvPr id="105" name="Freeform 104">
            <a:extLst>
              <a:ext uri="{FF2B5EF4-FFF2-40B4-BE49-F238E27FC236}">
                <a16:creationId xmlns:a16="http://schemas.microsoft.com/office/drawing/2014/main" id="{BB2D5D1E-9393-8C45-8A16-E7E0D1A891FF}"/>
              </a:ext>
            </a:extLst>
          </p:cNvPr>
          <p:cNvSpPr/>
          <p:nvPr/>
        </p:nvSpPr>
        <p:spPr>
          <a:xfrm rot="19800428">
            <a:off x="641406" y="-148624"/>
            <a:ext cx="3303616" cy="1195119"/>
          </a:xfrm>
          <a:custGeom>
            <a:avLst/>
            <a:gdLst>
              <a:gd name="connsiteX0" fmla="*/ 2591130 w 2591130"/>
              <a:gd name="connsiteY0" fmla="*/ 183089 h 261466"/>
              <a:gd name="connsiteX1" fmla="*/ 1671505 w 2591130"/>
              <a:gd name="connsiteY1" fmla="*/ 26334 h 261466"/>
              <a:gd name="connsiteX2" fmla="*/ 574225 w 2591130"/>
              <a:gd name="connsiteY2" fmla="*/ 5434 h 261466"/>
              <a:gd name="connsiteX3" fmla="*/ 83062 w 2591130"/>
              <a:gd name="connsiteY3" fmla="*/ 83811 h 261466"/>
              <a:gd name="connsiteX4" fmla="*/ 4684 w 2591130"/>
              <a:gd name="connsiteY4" fmla="*/ 261466 h 261466"/>
              <a:gd name="connsiteX0" fmla="*/ 2595803 w 2595803"/>
              <a:gd name="connsiteY0" fmla="*/ 183089 h 183089"/>
              <a:gd name="connsiteX1" fmla="*/ 1676178 w 2595803"/>
              <a:gd name="connsiteY1" fmla="*/ 26334 h 183089"/>
              <a:gd name="connsiteX2" fmla="*/ 578898 w 2595803"/>
              <a:gd name="connsiteY2" fmla="*/ 5434 h 183089"/>
              <a:gd name="connsiteX3" fmla="*/ 87735 w 2595803"/>
              <a:gd name="connsiteY3" fmla="*/ 83811 h 183089"/>
              <a:gd name="connsiteX4" fmla="*/ 3712 w 2595803"/>
              <a:gd name="connsiteY4" fmla="*/ 159866 h 183089"/>
              <a:gd name="connsiteX0" fmla="*/ 2592091 w 2592091"/>
              <a:gd name="connsiteY0" fmla="*/ 183089 h 183089"/>
              <a:gd name="connsiteX1" fmla="*/ 1672466 w 2592091"/>
              <a:gd name="connsiteY1" fmla="*/ 26334 h 183089"/>
              <a:gd name="connsiteX2" fmla="*/ 575186 w 2592091"/>
              <a:gd name="connsiteY2" fmla="*/ 5434 h 183089"/>
              <a:gd name="connsiteX3" fmla="*/ 84023 w 2592091"/>
              <a:gd name="connsiteY3" fmla="*/ 83811 h 183089"/>
              <a:gd name="connsiteX4" fmla="*/ 0 w 2592091"/>
              <a:gd name="connsiteY4" fmla="*/ 159866 h 183089"/>
              <a:gd name="connsiteX0" fmla="*/ 2789647 w 2789647"/>
              <a:gd name="connsiteY0" fmla="*/ 183089 h 323554"/>
              <a:gd name="connsiteX1" fmla="*/ 1870022 w 2789647"/>
              <a:gd name="connsiteY1" fmla="*/ 26334 h 323554"/>
              <a:gd name="connsiteX2" fmla="*/ 772742 w 2789647"/>
              <a:gd name="connsiteY2" fmla="*/ 5434 h 323554"/>
              <a:gd name="connsiteX3" fmla="*/ 281579 w 2789647"/>
              <a:gd name="connsiteY3" fmla="*/ 83811 h 323554"/>
              <a:gd name="connsiteX4" fmla="*/ 0 w 2789647"/>
              <a:gd name="connsiteY4" fmla="*/ 323554 h 323554"/>
              <a:gd name="connsiteX0" fmla="*/ 2875997 w 2875997"/>
              <a:gd name="connsiteY0" fmla="*/ 603248 h 603248"/>
              <a:gd name="connsiteX1" fmla="*/ 1870022 w 2875997"/>
              <a:gd name="connsiteY1" fmla="*/ 51382 h 603248"/>
              <a:gd name="connsiteX2" fmla="*/ 772742 w 2875997"/>
              <a:gd name="connsiteY2" fmla="*/ 30482 h 603248"/>
              <a:gd name="connsiteX3" fmla="*/ 281579 w 2875997"/>
              <a:gd name="connsiteY3" fmla="*/ 108859 h 603248"/>
              <a:gd name="connsiteX4" fmla="*/ 0 w 2875997"/>
              <a:gd name="connsiteY4" fmla="*/ 348602 h 603248"/>
              <a:gd name="connsiteX0" fmla="*/ 2875997 w 2875997"/>
              <a:gd name="connsiteY0" fmla="*/ 576249 h 576249"/>
              <a:gd name="connsiteX1" fmla="*/ 1865224 w 2875997"/>
              <a:gd name="connsiteY1" fmla="*/ 188072 h 576249"/>
              <a:gd name="connsiteX2" fmla="*/ 772742 w 2875997"/>
              <a:gd name="connsiteY2" fmla="*/ 3483 h 576249"/>
              <a:gd name="connsiteX3" fmla="*/ 281579 w 2875997"/>
              <a:gd name="connsiteY3" fmla="*/ 81860 h 576249"/>
              <a:gd name="connsiteX4" fmla="*/ 0 w 2875997"/>
              <a:gd name="connsiteY4" fmla="*/ 321603 h 576249"/>
              <a:gd name="connsiteX0" fmla="*/ 2875997 w 2875997"/>
              <a:gd name="connsiteY0" fmla="*/ 508632 h 508632"/>
              <a:gd name="connsiteX1" fmla="*/ 1865224 w 2875997"/>
              <a:gd name="connsiteY1" fmla="*/ 120455 h 508632"/>
              <a:gd name="connsiteX2" fmla="*/ 782336 w 2875997"/>
              <a:gd name="connsiteY2" fmla="*/ 54399 h 508632"/>
              <a:gd name="connsiteX3" fmla="*/ 281579 w 2875997"/>
              <a:gd name="connsiteY3" fmla="*/ 14243 h 508632"/>
              <a:gd name="connsiteX4" fmla="*/ 0 w 2875997"/>
              <a:gd name="connsiteY4" fmla="*/ 253986 h 508632"/>
              <a:gd name="connsiteX0" fmla="*/ 2875997 w 2875997"/>
              <a:gd name="connsiteY0" fmla="*/ 454698 h 454698"/>
              <a:gd name="connsiteX1" fmla="*/ 1865224 w 2875997"/>
              <a:gd name="connsiteY1" fmla="*/ 66521 h 454698"/>
              <a:gd name="connsiteX2" fmla="*/ 782336 w 2875997"/>
              <a:gd name="connsiteY2" fmla="*/ 465 h 454698"/>
              <a:gd name="connsiteX3" fmla="*/ 271984 w 2875997"/>
              <a:gd name="connsiteY3" fmla="*/ 67554 h 454698"/>
              <a:gd name="connsiteX4" fmla="*/ 0 w 2875997"/>
              <a:gd name="connsiteY4" fmla="*/ 200052 h 454698"/>
              <a:gd name="connsiteX0" fmla="*/ 2875997 w 2875997"/>
              <a:gd name="connsiteY0" fmla="*/ 457278 h 457278"/>
              <a:gd name="connsiteX1" fmla="*/ 1672312 w 2875997"/>
              <a:gd name="connsiteY1" fmla="*/ 156297 h 457278"/>
              <a:gd name="connsiteX2" fmla="*/ 782336 w 2875997"/>
              <a:gd name="connsiteY2" fmla="*/ 3045 h 457278"/>
              <a:gd name="connsiteX3" fmla="*/ 271984 w 2875997"/>
              <a:gd name="connsiteY3" fmla="*/ 70134 h 457278"/>
              <a:gd name="connsiteX4" fmla="*/ 0 w 2875997"/>
              <a:gd name="connsiteY4" fmla="*/ 202632 h 457278"/>
              <a:gd name="connsiteX0" fmla="*/ 2875997 w 2875997"/>
              <a:gd name="connsiteY0" fmla="*/ 457278 h 457278"/>
              <a:gd name="connsiteX1" fmla="*/ 1672312 w 2875997"/>
              <a:gd name="connsiteY1" fmla="*/ 156297 h 457278"/>
              <a:gd name="connsiteX2" fmla="*/ 782336 w 2875997"/>
              <a:gd name="connsiteY2" fmla="*/ 3045 h 457278"/>
              <a:gd name="connsiteX3" fmla="*/ 271984 w 2875997"/>
              <a:gd name="connsiteY3" fmla="*/ 70134 h 457278"/>
              <a:gd name="connsiteX4" fmla="*/ 0 w 2875997"/>
              <a:gd name="connsiteY4" fmla="*/ 202632 h 457278"/>
              <a:gd name="connsiteX0" fmla="*/ 2875997 w 2875997"/>
              <a:gd name="connsiteY0" fmla="*/ 457278 h 457278"/>
              <a:gd name="connsiteX1" fmla="*/ 1672312 w 2875997"/>
              <a:gd name="connsiteY1" fmla="*/ 156297 h 457278"/>
              <a:gd name="connsiteX2" fmla="*/ 782336 w 2875997"/>
              <a:gd name="connsiteY2" fmla="*/ 3045 h 457278"/>
              <a:gd name="connsiteX3" fmla="*/ 271984 w 2875997"/>
              <a:gd name="connsiteY3" fmla="*/ 70134 h 457278"/>
              <a:gd name="connsiteX4" fmla="*/ 0 w 2875997"/>
              <a:gd name="connsiteY4" fmla="*/ 202632 h 457278"/>
              <a:gd name="connsiteX0" fmla="*/ 2948031 w 2948031"/>
              <a:gd name="connsiteY0" fmla="*/ 457278 h 457278"/>
              <a:gd name="connsiteX1" fmla="*/ 1744346 w 2948031"/>
              <a:gd name="connsiteY1" fmla="*/ 156297 h 457278"/>
              <a:gd name="connsiteX2" fmla="*/ 854370 w 2948031"/>
              <a:gd name="connsiteY2" fmla="*/ 3045 h 457278"/>
              <a:gd name="connsiteX3" fmla="*/ 344018 w 2948031"/>
              <a:gd name="connsiteY3" fmla="*/ 70134 h 457278"/>
              <a:gd name="connsiteX4" fmla="*/ 0 w 2948031"/>
              <a:gd name="connsiteY4" fmla="*/ 106141 h 457278"/>
              <a:gd name="connsiteX0" fmla="*/ 2948031 w 2948031"/>
              <a:gd name="connsiteY0" fmla="*/ 457278 h 457278"/>
              <a:gd name="connsiteX1" fmla="*/ 1744346 w 2948031"/>
              <a:gd name="connsiteY1" fmla="*/ 156297 h 457278"/>
              <a:gd name="connsiteX2" fmla="*/ 854370 w 2948031"/>
              <a:gd name="connsiteY2" fmla="*/ 3045 h 457278"/>
              <a:gd name="connsiteX3" fmla="*/ 344018 w 2948031"/>
              <a:gd name="connsiteY3" fmla="*/ 70134 h 457278"/>
              <a:gd name="connsiteX4" fmla="*/ 0 w 2948031"/>
              <a:gd name="connsiteY4" fmla="*/ 106141 h 457278"/>
              <a:gd name="connsiteX0" fmla="*/ 2999053 w 2999053"/>
              <a:gd name="connsiteY0" fmla="*/ 457278 h 457278"/>
              <a:gd name="connsiteX1" fmla="*/ 1795368 w 2999053"/>
              <a:gd name="connsiteY1" fmla="*/ 156297 h 457278"/>
              <a:gd name="connsiteX2" fmla="*/ 905392 w 2999053"/>
              <a:gd name="connsiteY2" fmla="*/ 3045 h 457278"/>
              <a:gd name="connsiteX3" fmla="*/ 395040 w 2999053"/>
              <a:gd name="connsiteY3" fmla="*/ 70134 h 457278"/>
              <a:gd name="connsiteX4" fmla="*/ 0 w 2999053"/>
              <a:gd name="connsiteY4" fmla="*/ 94273 h 457278"/>
              <a:gd name="connsiteX0" fmla="*/ 2999053 w 2999053"/>
              <a:gd name="connsiteY0" fmla="*/ 387144 h 387144"/>
              <a:gd name="connsiteX1" fmla="*/ 1795368 w 2999053"/>
              <a:gd name="connsiteY1" fmla="*/ 86163 h 387144"/>
              <a:gd name="connsiteX2" fmla="*/ 395040 w 2999053"/>
              <a:gd name="connsiteY2" fmla="*/ 0 h 387144"/>
              <a:gd name="connsiteX3" fmla="*/ 0 w 2999053"/>
              <a:gd name="connsiteY3" fmla="*/ 24139 h 387144"/>
              <a:gd name="connsiteX0" fmla="*/ 2999053 w 2999053"/>
              <a:gd name="connsiteY0" fmla="*/ 387144 h 387144"/>
              <a:gd name="connsiteX1" fmla="*/ 1795368 w 2999053"/>
              <a:gd name="connsiteY1" fmla="*/ 86163 h 387144"/>
              <a:gd name="connsiteX2" fmla="*/ 395040 w 2999053"/>
              <a:gd name="connsiteY2" fmla="*/ 0 h 387144"/>
              <a:gd name="connsiteX3" fmla="*/ 0 w 2999053"/>
              <a:gd name="connsiteY3" fmla="*/ 24139 h 387144"/>
              <a:gd name="connsiteX0" fmla="*/ 2999053 w 2999053"/>
              <a:gd name="connsiteY0" fmla="*/ 387144 h 387144"/>
              <a:gd name="connsiteX1" fmla="*/ 1765203 w 2999053"/>
              <a:gd name="connsiteY1" fmla="*/ 111540 h 387144"/>
              <a:gd name="connsiteX2" fmla="*/ 395040 w 2999053"/>
              <a:gd name="connsiteY2" fmla="*/ 0 h 387144"/>
              <a:gd name="connsiteX3" fmla="*/ 0 w 2999053"/>
              <a:gd name="connsiteY3" fmla="*/ 24139 h 387144"/>
              <a:gd name="connsiteX0" fmla="*/ 2999053 w 2999053"/>
              <a:gd name="connsiteY0" fmla="*/ 437200 h 437200"/>
              <a:gd name="connsiteX1" fmla="*/ 1765203 w 2999053"/>
              <a:gd name="connsiteY1" fmla="*/ 161596 h 437200"/>
              <a:gd name="connsiteX2" fmla="*/ 523393 w 2999053"/>
              <a:gd name="connsiteY2" fmla="*/ 0 h 437200"/>
              <a:gd name="connsiteX3" fmla="*/ 0 w 2999053"/>
              <a:gd name="connsiteY3" fmla="*/ 74195 h 437200"/>
              <a:gd name="connsiteX0" fmla="*/ 2999053 w 2999053"/>
              <a:gd name="connsiteY0" fmla="*/ 437200 h 437200"/>
              <a:gd name="connsiteX1" fmla="*/ 1765203 w 2999053"/>
              <a:gd name="connsiteY1" fmla="*/ 161596 h 437200"/>
              <a:gd name="connsiteX2" fmla="*/ 523393 w 2999053"/>
              <a:gd name="connsiteY2" fmla="*/ 0 h 437200"/>
              <a:gd name="connsiteX3" fmla="*/ 0 w 2999053"/>
              <a:gd name="connsiteY3" fmla="*/ 74195 h 43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99053" h="437200">
                <a:moveTo>
                  <a:pt x="2999053" y="437200"/>
                </a:moveTo>
                <a:cubicBezTo>
                  <a:pt x="2801887" y="350771"/>
                  <a:pt x="2177813" y="234463"/>
                  <a:pt x="1765203" y="161596"/>
                </a:cubicBezTo>
                <a:cubicBezTo>
                  <a:pt x="1352593" y="88729"/>
                  <a:pt x="803130" y="30537"/>
                  <a:pt x="523393" y="0"/>
                </a:cubicBezTo>
                <a:cubicBezTo>
                  <a:pt x="349805" y="6933"/>
                  <a:pt x="123700" y="83172"/>
                  <a:pt x="0" y="74195"/>
                </a:cubicBezTo>
              </a:path>
            </a:pathLst>
          </a:custGeom>
          <a:noFill/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24E6FC37-2ECB-1143-A71B-24792B5079A0}"/>
              </a:ext>
            </a:extLst>
          </p:cNvPr>
          <p:cNvCxnSpPr>
            <a:cxnSpLocks/>
          </p:cNvCxnSpPr>
          <p:nvPr/>
        </p:nvCxnSpPr>
        <p:spPr>
          <a:xfrm>
            <a:off x="5324445" y="1456100"/>
            <a:ext cx="285715" cy="2435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C5CCBBD-E6ED-3B4C-B6CE-3006747C8DA9}"/>
              </a:ext>
            </a:extLst>
          </p:cNvPr>
          <p:cNvSpPr txBox="1"/>
          <p:nvPr/>
        </p:nvSpPr>
        <p:spPr>
          <a:xfrm>
            <a:off x="-1" y="1465898"/>
            <a:ext cx="9051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/>
              <a:t>Neutrophil Proliferation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8E664C-8D02-3847-B904-B5D18D2A2E8E}"/>
              </a:ext>
            </a:extLst>
          </p:cNvPr>
          <p:cNvSpPr txBox="1"/>
          <p:nvPr/>
        </p:nvSpPr>
        <p:spPr>
          <a:xfrm>
            <a:off x="4133054" y="1580541"/>
            <a:ext cx="13708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/>
              <a:t>Circulating Neutrophils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82B67B4-5886-7044-9C52-E073DEABFCF2}"/>
              </a:ext>
            </a:extLst>
          </p:cNvPr>
          <p:cNvCxnSpPr>
            <a:cxnSpLocks/>
          </p:cNvCxnSpPr>
          <p:nvPr/>
        </p:nvCxnSpPr>
        <p:spPr>
          <a:xfrm flipV="1">
            <a:off x="191349" y="753771"/>
            <a:ext cx="168481" cy="2936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DA6769C-5DAB-534A-AE15-C6C373003FDA}"/>
              </a:ext>
            </a:extLst>
          </p:cNvPr>
          <p:cNvSpPr txBox="1"/>
          <p:nvPr/>
        </p:nvSpPr>
        <p:spPr>
          <a:xfrm>
            <a:off x="401972" y="775815"/>
            <a:ext cx="499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err="1"/>
              <a:t>k</a:t>
            </a:r>
            <a:r>
              <a:rPr lang="en-US" sz="1200" i="1" baseline="-25000" dirty="0" err="1"/>
              <a:t>tr</a:t>
            </a:r>
            <a:endParaRPr lang="en-US" sz="1200" baseline="-25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1BD4447-D3DB-1840-87A4-AA1FFD6E2E8D}"/>
              </a:ext>
            </a:extLst>
          </p:cNvPr>
          <p:cNvSpPr txBox="1"/>
          <p:nvPr/>
        </p:nvSpPr>
        <p:spPr>
          <a:xfrm>
            <a:off x="225210" y="511100"/>
            <a:ext cx="499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err="1"/>
              <a:t>E</a:t>
            </a:r>
            <a:r>
              <a:rPr lang="en-US" sz="1200" i="1" baseline="-25000" dirty="0" err="1"/>
              <a:t>drug</a:t>
            </a:r>
            <a:endParaRPr lang="en-US" sz="1200" baseline="-250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9ED969F-09FB-B949-95DF-ED2231610B97}"/>
              </a:ext>
            </a:extLst>
          </p:cNvPr>
          <p:cNvGrpSpPr/>
          <p:nvPr/>
        </p:nvGrpSpPr>
        <p:grpSpPr>
          <a:xfrm>
            <a:off x="629834" y="1098245"/>
            <a:ext cx="959901" cy="393744"/>
            <a:chOff x="649111" y="699263"/>
            <a:chExt cx="959901" cy="393744"/>
          </a:xfrm>
        </p:grpSpPr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245A89A1-501D-7B4B-8C9E-7B0D19697705}"/>
                </a:ext>
              </a:extLst>
            </p:cNvPr>
            <p:cNvCxnSpPr>
              <a:cxnSpLocks/>
            </p:cNvCxnSpPr>
            <p:nvPr/>
          </p:nvCxnSpPr>
          <p:spPr>
            <a:xfrm>
              <a:off x="649111" y="931333"/>
              <a:ext cx="338462" cy="260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A72E4B10-268E-DF4F-8C93-A35FF66D9714}"/>
                </a:ext>
              </a:extLst>
            </p:cNvPr>
            <p:cNvSpPr txBox="1"/>
            <p:nvPr/>
          </p:nvSpPr>
          <p:spPr>
            <a:xfrm>
              <a:off x="650016" y="699263"/>
              <a:ext cx="499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 err="1"/>
                <a:t>k</a:t>
              </a:r>
              <a:r>
                <a:rPr lang="en-US" sz="1200" i="1" baseline="-25000" dirty="0" err="1"/>
                <a:t>tr</a:t>
              </a:r>
              <a:endParaRPr lang="en-US" sz="1200" baseline="-25000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C072F33-F988-C44B-A3CB-EFB4155EC0A6}"/>
                </a:ext>
              </a:extLst>
            </p:cNvPr>
            <p:cNvGrpSpPr/>
            <p:nvPr/>
          </p:nvGrpSpPr>
          <p:grpSpPr>
            <a:xfrm>
              <a:off x="927415" y="736660"/>
              <a:ext cx="681597" cy="356347"/>
              <a:chOff x="1147543" y="708440"/>
              <a:chExt cx="681597" cy="356347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EA5641F5-467D-F440-BB9A-71FF4FF07239}"/>
                  </a:ext>
                </a:extLst>
              </p:cNvPr>
              <p:cNvSpPr/>
              <p:nvPr/>
            </p:nvSpPr>
            <p:spPr>
              <a:xfrm>
                <a:off x="1212033" y="708440"/>
                <a:ext cx="520446" cy="35634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6C82741-1652-F54C-A761-4995D08E19BC}"/>
                  </a:ext>
                </a:extLst>
              </p:cNvPr>
              <p:cNvSpPr txBox="1"/>
              <p:nvPr/>
            </p:nvSpPr>
            <p:spPr>
              <a:xfrm>
                <a:off x="1147543" y="734026"/>
                <a:ext cx="68159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Arial" pitchFamily="18"/>
                    <a:ea typeface="Andale Sans UI" pitchFamily="2"/>
                    <a:cs typeface="Tahoma" pitchFamily="2"/>
                  </a:rPr>
                  <a:t>trans1</a:t>
                </a:r>
              </a:p>
            </p:txBody>
          </p:sp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7D774E1-E6AA-C847-A9DE-B32A645D0F2B}"/>
              </a:ext>
            </a:extLst>
          </p:cNvPr>
          <p:cNvGrpSpPr/>
          <p:nvPr/>
        </p:nvGrpSpPr>
        <p:grpSpPr>
          <a:xfrm>
            <a:off x="1481247" y="1098245"/>
            <a:ext cx="964640" cy="393744"/>
            <a:chOff x="633084" y="699263"/>
            <a:chExt cx="964640" cy="393744"/>
          </a:xfrm>
        </p:grpSpPr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E1027F6D-C204-E241-8297-ED447B3E932E}"/>
                </a:ext>
              </a:extLst>
            </p:cNvPr>
            <p:cNvCxnSpPr>
              <a:cxnSpLocks/>
            </p:cNvCxnSpPr>
            <p:nvPr/>
          </p:nvCxnSpPr>
          <p:spPr>
            <a:xfrm>
              <a:off x="649111" y="931333"/>
              <a:ext cx="338462" cy="260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9747F5ED-6D5D-6343-A035-677186D79162}"/>
                </a:ext>
              </a:extLst>
            </p:cNvPr>
            <p:cNvSpPr txBox="1"/>
            <p:nvPr/>
          </p:nvSpPr>
          <p:spPr>
            <a:xfrm>
              <a:off x="633084" y="699263"/>
              <a:ext cx="499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 err="1"/>
                <a:t>k</a:t>
              </a:r>
              <a:r>
                <a:rPr lang="en-US" sz="1200" i="1" baseline="-25000" dirty="0" err="1"/>
                <a:t>tr</a:t>
              </a:r>
              <a:endParaRPr lang="en-US" sz="1200" baseline="-25000" dirty="0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768212C0-5FDC-554E-A076-67A761AC5C55}"/>
                </a:ext>
              </a:extLst>
            </p:cNvPr>
            <p:cNvGrpSpPr/>
            <p:nvPr/>
          </p:nvGrpSpPr>
          <p:grpSpPr>
            <a:xfrm>
              <a:off x="916127" y="736660"/>
              <a:ext cx="681597" cy="356347"/>
              <a:chOff x="1136255" y="708440"/>
              <a:chExt cx="681597" cy="356347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5F94ED57-9A74-7444-925B-5ED8925054C1}"/>
                  </a:ext>
                </a:extLst>
              </p:cNvPr>
              <p:cNvSpPr/>
              <p:nvPr/>
            </p:nvSpPr>
            <p:spPr>
              <a:xfrm>
                <a:off x="1212033" y="708440"/>
                <a:ext cx="520446" cy="35634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102534A-0BFE-E848-8175-9A088D8B3CD6}"/>
                  </a:ext>
                </a:extLst>
              </p:cNvPr>
              <p:cNvSpPr txBox="1"/>
              <p:nvPr/>
            </p:nvSpPr>
            <p:spPr>
              <a:xfrm>
                <a:off x="1136255" y="734026"/>
                <a:ext cx="68159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Arial" pitchFamily="18"/>
                    <a:ea typeface="Andale Sans UI" pitchFamily="2"/>
                    <a:cs typeface="Tahoma" pitchFamily="2"/>
                  </a:rPr>
                  <a:t>trans2</a:t>
                </a:r>
              </a:p>
            </p:txBody>
          </p: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2E71E22-B44D-8445-9A99-66D09DDB5C6E}"/>
              </a:ext>
            </a:extLst>
          </p:cNvPr>
          <p:cNvGrpSpPr/>
          <p:nvPr/>
        </p:nvGrpSpPr>
        <p:grpSpPr>
          <a:xfrm>
            <a:off x="2344843" y="1098249"/>
            <a:ext cx="964640" cy="393744"/>
            <a:chOff x="633084" y="699263"/>
            <a:chExt cx="964640" cy="393744"/>
          </a:xfrm>
        </p:grpSpPr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6950E54F-256B-BA41-A877-0CF254FD0CC3}"/>
                </a:ext>
              </a:extLst>
            </p:cNvPr>
            <p:cNvCxnSpPr>
              <a:cxnSpLocks/>
            </p:cNvCxnSpPr>
            <p:nvPr/>
          </p:nvCxnSpPr>
          <p:spPr>
            <a:xfrm>
              <a:off x="649111" y="931333"/>
              <a:ext cx="338462" cy="260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57808C7-7E1D-0E43-B9A7-E514F60A2C5A}"/>
                </a:ext>
              </a:extLst>
            </p:cNvPr>
            <p:cNvSpPr txBox="1"/>
            <p:nvPr/>
          </p:nvSpPr>
          <p:spPr>
            <a:xfrm>
              <a:off x="633084" y="699263"/>
              <a:ext cx="499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 err="1"/>
                <a:t>k</a:t>
              </a:r>
              <a:r>
                <a:rPr lang="en-US" sz="1200" i="1" baseline="-25000" dirty="0" err="1"/>
                <a:t>tr</a:t>
              </a:r>
              <a:endParaRPr lang="en-US" sz="1200" baseline="-25000" dirty="0"/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40355E02-392D-9346-9D1C-FEC28CBD5665}"/>
                </a:ext>
              </a:extLst>
            </p:cNvPr>
            <p:cNvGrpSpPr/>
            <p:nvPr/>
          </p:nvGrpSpPr>
          <p:grpSpPr>
            <a:xfrm>
              <a:off x="916127" y="736660"/>
              <a:ext cx="681597" cy="356347"/>
              <a:chOff x="1136255" y="708440"/>
              <a:chExt cx="681597" cy="356347"/>
            </a:xfrm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282408AD-BBA1-4844-919E-A1FD8A8A7CAC}"/>
                  </a:ext>
                </a:extLst>
              </p:cNvPr>
              <p:cNvSpPr/>
              <p:nvPr/>
            </p:nvSpPr>
            <p:spPr>
              <a:xfrm>
                <a:off x="1212033" y="708440"/>
                <a:ext cx="520446" cy="35634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83E10F40-B3FF-FC4D-B49F-56B4C8790C40}"/>
                  </a:ext>
                </a:extLst>
              </p:cNvPr>
              <p:cNvSpPr txBox="1"/>
              <p:nvPr/>
            </p:nvSpPr>
            <p:spPr>
              <a:xfrm>
                <a:off x="1136255" y="734026"/>
                <a:ext cx="68159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Arial" pitchFamily="18"/>
                    <a:ea typeface="Andale Sans UI" pitchFamily="2"/>
                    <a:cs typeface="Tahoma" pitchFamily="2"/>
                  </a:rPr>
                  <a:t>trans3</a:t>
                </a:r>
              </a:p>
            </p:txBody>
          </p:sp>
        </p:grp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286AA619-E07D-1D42-89F3-CEB04564CB9B}"/>
              </a:ext>
            </a:extLst>
          </p:cNvPr>
          <p:cNvSpPr txBox="1"/>
          <p:nvPr/>
        </p:nvSpPr>
        <p:spPr>
          <a:xfrm>
            <a:off x="4122528" y="1089648"/>
            <a:ext cx="499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err="1"/>
              <a:t>k</a:t>
            </a:r>
            <a:r>
              <a:rPr lang="en-US" sz="1200" i="1" baseline="-25000" dirty="0" err="1"/>
              <a:t>tr</a:t>
            </a:r>
            <a:endParaRPr lang="en-US" sz="1200" baseline="-250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E7C3DB0-68EC-7C4F-914C-B9AACDD9EAE5}"/>
              </a:ext>
            </a:extLst>
          </p:cNvPr>
          <p:cNvSpPr txBox="1"/>
          <p:nvPr/>
        </p:nvSpPr>
        <p:spPr>
          <a:xfrm>
            <a:off x="5404814" y="1345032"/>
            <a:ext cx="499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err="1"/>
              <a:t>k</a:t>
            </a:r>
            <a:r>
              <a:rPr lang="en-US" sz="1200" i="1" baseline="-25000" dirty="0" err="1"/>
              <a:t>circ</a:t>
            </a:r>
            <a:endParaRPr lang="en-US" sz="1200" baseline="-250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0B038E1-AAA8-D741-B841-5B96A5BAEA4D}"/>
              </a:ext>
            </a:extLst>
          </p:cNvPr>
          <p:cNvSpPr txBox="1"/>
          <p:nvPr/>
        </p:nvSpPr>
        <p:spPr>
          <a:xfrm>
            <a:off x="894238" y="425009"/>
            <a:ext cx="1335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x</a:t>
            </a:r>
            <a:r>
              <a:rPr lang="en-US" sz="1200" dirty="0"/>
              <a:t>(GCSF/GCSF</a:t>
            </a:r>
            <a:r>
              <a:rPr lang="en-US" sz="1200" baseline="-25000" dirty="0"/>
              <a:t>0</a:t>
            </a:r>
            <a:r>
              <a:rPr lang="en-US" sz="1200" dirty="0"/>
              <a:t>)</a:t>
            </a:r>
            <a:r>
              <a:rPr lang="en-US" sz="1200" baseline="30000" dirty="0"/>
              <a:t>𝛄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E0C6D55-C25E-064E-973F-7AF7D26BC417}"/>
              </a:ext>
            </a:extLst>
          </p:cNvPr>
          <p:cNvGrpSpPr/>
          <p:nvPr/>
        </p:nvGrpSpPr>
        <p:grpSpPr>
          <a:xfrm>
            <a:off x="3222456" y="1097503"/>
            <a:ext cx="964640" cy="393744"/>
            <a:chOff x="633084" y="699263"/>
            <a:chExt cx="964640" cy="393744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FB5E0183-4D67-FF44-9F05-2749C7AAB1A7}"/>
                </a:ext>
              </a:extLst>
            </p:cNvPr>
            <p:cNvCxnSpPr>
              <a:cxnSpLocks/>
            </p:cNvCxnSpPr>
            <p:nvPr/>
          </p:nvCxnSpPr>
          <p:spPr>
            <a:xfrm>
              <a:off x="649111" y="931333"/>
              <a:ext cx="338462" cy="260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010F79A-6114-5F47-B40B-C834DEAF544F}"/>
                </a:ext>
              </a:extLst>
            </p:cNvPr>
            <p:cNvSpPr txBox="1"/>
            <p:nvPr/>
          </p:nvSpPr>
          <p:spPr>
            <a:xfrm>
              <a:off x="633084" y="699263"/>
              <a:ext cx="499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 err="1"/>
                <a:t>k</a:t>
              </a:r>
              <a:r>
                <a:rPr lang="en-US" sz="1200" i="1" baseline="-25000" dirty="0" err="1"/>
                <a:t>tr</a:t>
              </a:r>
              <a:endParaRPr lang="en-US" sz="1200" baseline="-25000" dirty="0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51838ACA-249D-CD4F-AFEE-06F6207EF018}"/>
                </a:ext>
              </a:extLst>
            </p:cNvPr>
            <p:cNvGrpSpPr/>
            <p:nvPr/>
          </p:nvGrpSpPr>
          <p:grpSpPr>
            <a:xfrm>
              <a:off x="916127" y="736660"/>
              <a:ext cx="681597" cy="356347"/>
              <a:chOff x="1136255" y="708440"/>
              <a:chExt cx="681597" cy="356347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C63CCF5D-E089-3E4E-A7FA-3593E48FBF38}"/>
                  </a:ext>
                </a:extLst>
              </p:cNvPr>
              <p:cNvSpPr/>
              <p:nvPr/>
            </p:nvSpPr>
            <p:spPr>
              <a:xfrm>
                <a:off x="1212033" y="708440"/>
                <a:ext cx="520446" cy="35634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3D72C95-C051-ED45-B63F-C794573A114C}"/>
                  </a:ext>
                </a:extLst>
              </p:cNvPr>
              <p:cNvSpPr txBox="1"/>
              <p:nvPr/>
            </p:nvSpPr>
            <p:spPr>
              <a:xfrm>
                <a:off x="1136255" y="734026"/>
                <a:ext cx="68159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Arial" pitchFamily="18"/>
                    <a:ea typeface="Andale Sans UI" pitchFamily="2"/>
                    <a:cs typeface="Tahoma" pitchFamily="2"/>
                  </a:rPr>
                  <a:t>trans4</a:t>
                </a:r>
              </a:p>
            </p:txBody>
          </p:sp>
        </p:grp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22DF108-A8FE-4849-A8C3-07AA8C379E06}"/>
              </a:ext>
            </a:extLst>
          </p:cNvPr>
          <p:cNvCxnSpPr>
            <a:cxnSpLocks/>
          </p:cNvCxnSpPr>
          <p:nvPr/>
        </p:nvCxnSpPr>
        <p:spPr>
          <a:xfrm>
            <a:off x="3708150" y="279434"/>
            <a:ext cx="338462" cy="26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B8D24644-9893-D748-B986-C555D1BB6FBE}"/>
              </a:ext>
            </a:extLst>
          </p:cNvPr>
          <p:cNvSpPr txBox="1"/>
          <p:nvPr/>
        </p:nvSpPr>
        <p:spPr>
          <a:xfrm>
            <a:off x="3652466" y="34914"/>
            <a:ext cx="499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k</a:t>
            </a:r>
            <a:r>
              <a:rPr lang="en-US" sz="1200" i="1" baseline="-25000" dirty="0"/>
              <a:t>in</a:t>
            </a:r>
            <a:endParaRPr lang="en-US" sz="1200" baseline="-25000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403D1E0-E42C-E749-A0A2-D62B08B00CB2}"/>
              </a:ext>
            </a:extLst>
          </p:cNvPr>
          <p:cNvGrpSpPr/>
          <p:nvPr/>
        </p:nvGrpSpPr>
        <p:grpSpPr>
          <a:xfrm>
            <a:off x="4024711" y="84760"/>
            <a:ext cx="639440" cy="356347"/>
            <a:chOff x="1185800" y="708440"/>
            <a:chExt cx="639440" cy="356347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C42ABE63-A1AF-DF47-89AC-D9E367AD7847}"/>
                </a:ext>
              </a:extLst>
            </p:cNvPr>
            <p:cNvSpPr/>
            <p:nvPr/>
          </p:nvSpPr>
          <p:spPr>
            <a:xfrm>
              <a:off x="1212033" y="708440"/>
              <a:ext cx="520446" cy="35634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F372F07-4EAC-2942-9BCE-081F9EF2BB41}"/>
                </a:ext>
              </a:extLst>
            </p:cNvPr>
            <p:cNvSpPr txBox="1"/>
            <p:nvPr/>
          </p:nvSpPr>
          <p:spPr>
            <a:xfrm>
              <a:off x="1185800" y="764429"/>
              <a:ext cx="6394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Arial" pitchFamily="18"/>
                  <a:ea typeface="Andale Sans UI" pitchFamily="2"/>
                  <a:cs typeface="Tahoma" pitchFamily="2"/>
                </a:rPr>
                <a:t>GCSF</a:t>
              </a: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852943CA-F33A-0B44-AE8D-240A93BF2224}"/>
              </a:ext>
            </a:extLst>
          </p:cNvPr>
          <p:cNvSpPr txBox="1"/>
          <p:nvPr/>
        </p:nvSpPr>
        <p:spPr>
          <a:xfrm>
            <a:off x="4508156" y="237637"/>
            <a:ext cx="9947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err="1"/>
              <a:t>k</a:t>
            </a:r>
            <a:r>
              <a:rPr lang="en-US" sz="1200" i="1" baseline="-25000" dirty="0" err="1"/>
              <a:t>e</a:t>
            </a:r>
            <a:r>
              <a:rPr lang="en-US" sz="1200" i="1" dirty="0" err="1"/>
              <a:t>+k</a:t>
            </a:r>
            <a:r>
              <a:rPr lang="en-US" sz="1200" i="1" baseline="-25000" dirty="0" err="1"/>
              <a:t>ANC</a:t>
            </a:r>
            <a:r>
              <a:rPr lang="en-US" sz="1200" i="1" dirty="0" err="1"/>
              <a:t>Circ</a:t>
            </a:r>
            <a:endParaRPr lang="en-US" sz="1200" baseline="-25000" dirty="0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5A0EE279-9C59-2741-8B98-214DDFD40FD8}"/>
              </a:ext>
            </a:extLst>
          </p:cNvPr>
          <p:cNvCxnSpPr>
            <a:cxnSpLocks/>
          </p:cNvCxnSpPr>
          <p:nvPr/>
        </p:nvCxnSpPr>
        <p:spPr>
          <a:xfrm>
            <a:off x="4577076" y="283050"/>
            <a:ext cx="11141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5D2E46BB-8389-9443-A8D7-2F7A60949FDF}"/>
              </a:ext>
            </a:extLst>
          </p:cNvPr>
          <p:cNvSpPr txBox="1"/>
          <p:nvPr/>
        </p:nvSpPr>
        <p:spPr>
          <a:xfrm>
            <a:off x="2855847" y="517499"/>
            <a:ext cx="1335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x</a:t>
            </a:r>
            <a:r>
              <a:rPr lang="en-US" sz="1200" dirty="0"/>
              <a:t>(GCSF/GCSF</a:t>
            </a:r>
            <a:r>
              <a:rPr lang="en-US" sz="1200" baseline="-25000" dirty="0"/>
              <a:t>0</a:t>
            </a:r>
            <a:r>
              <a:rPr lang="en-US" sz="1200" dirty="0"/>
              <a:t>)</a:t>
            </a:r>
            <a:r>
              <a:rPr lang="en-US" sz="1200" baseline="30000" dirty="0"/>
              <a:t>β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8ACAA64A-4B43-664A-9C94-6E9D873B7458}"/>
              </a:ext>
            </a:extLst>
          </p:cNvPr>
          <p:cNvCxnSpPr>
            <a:cxnSpLocks/>
          </p:cNvCxnSpPr>
          <p:nvPr/>
        </p:nvCxnSpPr>
        <p:spPr>
          <a:xfrm flipH="1" flipV="1">
            <a:off x="5215464" y="447006"/>
            <a:ext cx="83921" cy="733896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0AE9D78C-21A6-E44E-A582-AB0DC00551A4}"/>
              </a:ext>
            </a:extLst>
          </p:cNvPr>
          <p:cNvSpPr txBox="1"/>
          <p:nvPr/>
        </p:nvSpPr>
        <p:spPr>
          <a:xfrm>
            <a:off x="4543171" y="-42510"/>
            <a:ext cx="499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err="1"/>
              <a:t>k</a:t>
            </a:r>
            <a:r>
              <a:rPr lang="en-US" sz="1200" i="1" baseline="-25000" dirty="0" err="1"/>
              <a:t>cort</a:t>
            </a:r>
            <a:endParaRPr lang="en-US" sz="1200" baseline="-25000" dirty="0"/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8242CACE-248C-1D42-A790-3CF5C4164A62}"/>
              </a:ext>
            </a:extLst>
          </p:cNvPr>
          <p:cNvCxnSpPr>
            <a:cxnSpLocks/>
          </p:cNvCxnSpPr>
          <p:nvPr/>
        </p:nvCxnSpPr>
        <p:spPr>
          <a:xfrm flipH="1" flipV="1">
            <a:off x="4570930" y="204086"/>
            <a:ext cx="362868" cy="64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Arc 8">
            <a:extLst>
              <a:ext uri="{FF2B5EF4-FFF2-40B4-BE49-F238E27FC236}">
                <a16:creationId xmlns:a16="http://schemas.microsoft.com/office/drawing/2014/main" id="{63CA745D-5047-FC4E-9800-49D416440FD9}"/>
              </a:ext>
            </a:extLst>
          </p:cNvPr>
          <p:cNvSpPr/>
          <p:nvPr/>
        </p:nvSpPr>
        <p:spPr>
          <a:xfrm rot="13478440">
            <a:off x="4086075" y="378264"/>
            <a:ext cx="914400" cy="914400"/>
          </a:xfrm>
          <a:prstGeom prst="arc">
            <a:avLst>
              <a:gd name="adj1" fmla="val 16200000"/>
              <a:gd name="adj2" fmla="val 817625"/>
            </a:avLst>
          </a:prstGeom>
          <a:ln>
            <a:solidFill>
              <a:schemeClr val="tx1"/>
            </a:solidFill>
            <a:prstDash val="dash"/>
            <a:head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9" name="Arc 78">
            <a:extLst>
              <a:ext uri="{FF2B5EF4-FFF2-40B4-BE49-F238E27FC236}">
                <a16:creationId xmlns:a16="http://schemas.microsoft.com/office/drawing/2014/main" id="{E7BE88B5-D832-C541-9C6E-A9E2D7F8E284}"/>
              </a:ext>
            </a:extLst>
          </p:cNvPr>
          <p:cNvSpPr/>
          <p:nvPr/>
        </p:nvSpPr>
        <p:spPr>
          <a:xfrm rot="14266004">
            <a:off x="3673011" y="76340"/>
            <a:ext cx="914400" cy="1667511"/>
          </a:xfrm>
          <a:prstGeom prst="arc">
            <a:avLst>
              <a:gd name="adj1" fmla="val 17124810"/>
              <a:gd name="adj2" fmla="val 817625"/>
            </a:avLst>
          </a:prstGeom>
          <a:ln>
            <a:solidFill>
              <a:schemeClr val="tx1"/>
            </a:solidFill>
            <a:prstDash val="dash"/>
            <a:head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80" name="Arc 79">
            <a:extLst>
              <a:ext uri="{FF2B5EF4-FFF2-40B4-BE49-F238E27FC236}">
                <a16:creationId xmlns:a16="http://schemas.microsoft.com/office/drawing/2014/main" id="{805E9C62-10B5-094E-97A6-3548499E212A}"/>
              </a:ext>
            </a:extLst>
          </p:cNvPr>
          <p:cNvSpPr/>
          <p:nvPr/>
        </p:nvSpPr>
        <p:spPr>
          <a:xfrm rot="14765306">
            <a:off x="3160392" y="-334161"/>
            <a:ext cx="914400" cy="2694128"/>
          </a:xfrm>
          <a:prstGeom prst="arc">
            <a:avLst>
              <a:gd name="adj1" fmla="val 17124810"/>
              <a:gd name="adj2" fmla="val 3169243"/>
            </a:avLst>
          </a:prstGeom>
          <a:ln>
            <a:solidFill>
              <a:schemeClr val="tx1"/>
            </a:solidFill>
            <a:prstDash val="dash"/>
            <a:head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81" name="Arc 80">
            <a:extLst>
              <a:ext uri="{FF2B5EF4-FFF2-40B4-BE49-F238E27FC236}">
                <a16:creationId xmlns:a16="http://schemas.microsoft.com/office/drawing/2014/main" id="{51E17DDD-3B78-B348-B1F5-1A56C20EB2FF}"/>
              </a:ext>
            </a:extLst>
          </p:cNvPr>
          <p:cNvSpPr/>
          <p:nvPr/>
        </p:nvSpPr>
        <p:spPr>
          <a:xfrm rot="15206839">
            <a:off x="2843698" y="-965111"/>
            <a:ext cx="804100" cy="3845193"/>
          </a:xfrm>
          <a:prstGeom prst="arc">
            <a:avLst>
              <a:gd name="adj1" fmla="val 16718960"/>
              <a:gd name="adj2" fmla="val 3896154"/>
            </a:avLst>
          </a:prstGeom>
          <a:ln>
            <a:solidFill>
              <a:schemeClr val="tx1"/>
            </a:solidFill>
            <a:prstDash val="dash"/>
            <a:head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83" name="Arc 82">
            <a:extLst>
              <a:ext uri="{FF2B5EF4-FFF2-40B4-BE49-F238E27FC236}">
                <a16:creationId xmlns:a16="http://schemas.microsoft.com/office/drawing/2014/main" id="{24BB78ED-B848-8246-AF93-D8B5C5F0E942}"/>
              </a:ext>
            </a:extLst>
          </p:cNvPr>
          <p:cNvSpPr/>
          <p:nvPr/>
        </p:nvSpPr>
        <p:spPr>
          <a:xfrm rot="15394725">
            <a:off x="2360760" y="-1247930"/>
            <a:ext cx="609891" cy="4244287"/>
          </a:xfrm>
          <a:prstGeom prst="arc">
            <a:avLst>
              <a:gd name="adj1" fmla="val 16498835"/>
              <a:gd name="adj2" fmla="val 4817743"/>
            </a:avLst>
          </a:prstGeom>
          <a:ln>
            <a:solidFill>
              <a:schemeClr val="tx1"/>
            </a:solidFill>
            <a:prstDash val="dash"/>
            <a:head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780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131</TotalTime>
  <Words>40</Words>
  <Application>Microsoft Macintosh PowerPoint</Application>
  <PresentationFormat>Custom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Andale Sans UI</vt:lpstr>
      <vt:lpstr>Arial</vt:lpstr>
      <vt:lpstr>Calibri</vt:lpstr>
      <vt:lpstr>Calibri Light</vt:lpstr>
      <vt:lpstr>Tahoma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Tomas Radivoyevitch</dc:creator>
  <cp:lastModifiedBy>Tomas Radivoyevitch</cp:lastModifiedBy>
  <cp:revision>15</cp:revision>
  <dcterms:created xsi:type="dcterms:W3CDTF">2019-06-06T11:21:59Z</dcterms:created>
  <dcterms:modified xsi:type="dcterms:W3CDTF">2019-08-22T07:38:13Z</dcterms:modified>
</cp:coreProperties>
</file>