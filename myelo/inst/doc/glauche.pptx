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</p:sldIdLst>
  <p:sldSz cx="3292475" cy="1006475"/>
  <p:notesSz cx="6858000" cy="9144000"/>
  <p:defaultTextStyle>
    <a:defPPr>
      <a:defRPr lang="en-US"/>
    </a:defPPr>
    <a:lvl1pPr marL="0" algn="l" defTabSz="302606" rtl="0" eaLnBrk="1" latinLnBrk="0" hangingPunct="1">
      <a:defRPr sz="596" kern="1200">
        <a:solidFill>
          <a:schemeClr val="tx1"/>
        </a:solidFill>
        <a:latin typeface="+mn-lt"/>
        <a:ea typeface="+mn-ea"/>
        <a:cs typeface="+mn-cs"/>
      </a:defRPr>
    </a:lvl1pPr>
    <a:lvl2pPr marL="151303" algn="l" defTabSz="302606" rtl="0" eaLnBrk="1" latinLnBrk="0" hangingPunct="1">
      <a:defRPr sz="596" kern="1200">
        <a:solidFill>
          <a:schemeClr val="tx1"/>
        </a:solidFill>
        <a:latin typeface="+mn-lt"/>
        <a:ea typeface="+mn-ea"/>
        <a:cs typeface="+mn-cs"/>
      </a:defRPr>
    </a:lvl2pPr>
    <a:lvl3pPr marL="302606" algn="l" defTabSz="302606" rtl="0" eaLnBrk="1" latinLnBrk="0" hangingPunct="1">
      <a:defRPr sz="596" kern="1200">
        <a:solidFill>
          <a:schemeClr val="tx1"/>
        </a:solidFill>
        <a:latin typeface="+mn-lt"/>
        <a:ea typeface="+mn-ea"/>
        <a:cs typeface="+mn-cs"/>
      </a:defRPr>
    </a:lvl3pPr>
    <a:lvl4pPr marL="453908" algn="l" defTabSz="302606" rtl="0" eaLnBrk="1" latinLnBrk="0" hangingPunct="1">
      <a:defRPr sz="596" kern="1200">
        <a:solidFill>
          <a:schemeClr val="tx1"/>
        </a:solidFill>
        <a:latin typeface="+mn-lt"/>
        <a:ea typeface="+mn-ea"/>
        <a:cs typeface="+mn-cs"/>
      </a:defRPr>
    </a:lvl4pPr>
    <a:lvl5pPr marL="605213" algn="l" defTabSz="302606" rtl="0" eaLnBrk="1" latinLnBrk="0" hangingPunct="1">
      <a:defRPr sz="596" kern="1200">
        <a:solidFill>
          <a:schemeClr val="tx1"/>
        </a:solidFill>
        <a:latin typeface="+mn-lt"/>
        <a:ea typeface="+mn-ea"/>
        <a:cs typeface="+mn-cs"/>
      </a:defRPr>
    </a:lvl5pPr>
    <a:lvl6pPr marL="756514" algn="l" defTabSz="302606" rtl="0" eaLnBrk="1" latinLnBrk="0" hangingPunct="1">
      <a:defRPr sz="596" kern="1200">
        <a:solidFill>
          <a:schemeClr val="tx1"/>
        </a:solidFill>
        <a:latin typeface="+mn-lt"/>
        <a:ea typeface="+mn-ea"/>
        <a:cs typeface="+mn-cs"/>
      </a:defRPr>
    </a:lvl6pPr>
    <a:lvl7pPr marL="907818" algn="l" defTabSz="302606" rtl="0" eaLnBrk="1" latinLnBrk="0" hangingPunct="1">
      <a:defRPr sz="596" kern="1200">
        <a:solidFill>
          <a:schemeClr val="tx1"/>
        </a:solidFill>
        <a:latin typeface="+mn-lt"/>
        <a:ea typeface="+mn-ea"/>
        <a:cs typeface="+mn-cs"/>
      </a:defRPr>
    </a:lvl7pPr>
    <a:lvl8pPr marL="1059120" algn="l" defTabSz="302606" rtl="0" eaLnBrk="1" latinLnBrk="0" hangingPunct="1">
      <a:defRPr sz="596" kern="1200">
        <a:solidFill>
          <a:schemeClr val="tx1"/>
        </a:solidFill>
        <a:latin typeface="+mn-lt"/>
        <a:ea typeface="+mn-ea"/>
        <a:cs typeface="+mn-cs"/>
      </a:defRPr>
    </a:lvl8pPr>
    <a:lvl9pPr marL="1210423" algn="l" defTabSz="302606" rtl="0" eaLnBrk="1" latinLnBrk="0" hangingPunct="1">
      <a:defRPr sz="59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8"/>
    <p:restoredTop sz="94674"/>
  </p:normalViewPr>
  <p:slideViewPr>
    <p:cSldViewPr snapToGrid="0" snapToObjects="1">
      <p:cViewPr varScale="1">
        <p:scale>
          <a:sx n="400" d="100"/>
          <a:sy n="400" d="100"/>
        </p:scale>
        <p:origin x="1256" y="1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560" y="164717"/>
            <a:ext cx="2469356" cy="350402"/>
          </a:xfrm>
        </p:spPr>
        <p:txBody>
          <a:bodyPr anchor="b"/>
          <a:lstStyle>
            <a:lvl1pPr algn="ctr">
              <a:defRPr sz="8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560" y="528633"/>
            <a:ext cx="2469356" cy="242998"/>
          </a:xfrm>
        </p:spPr>
        <p:txBody>
          <a:bodyPr/>
          <a:lstStyle>
            <a:lvl1pPr marL="0" indent="0" algn="ctr">
              <a:buNone/>
              <a:defRPr sz="352"/>
            </a:lvl1pPr>
            <a:lvl2pPr marL="67117" indent="0" algn="ctr">
              <a:buNone/>
              <a:defRPr sz="294"/>
            </a:lvl2pPr>
            <a:lvl3pPr marL="134234" indent="0" algn="ctr">
              <a:buNone/>
              <a:defRPr sz="264"/>
            </a:lvl3pPr>
            <a:lvl4pPr marL="201351" indent="0" algn="ctr">
              <a:buNone/>
              <a:defRPr sz="235"/>
            </a:lvl4pPr>
            <a:lvl5pPr marL="268468" indent="0" algn="ctr">
              <a:buNone/>
              <a:defRPr sz="235"/>
            </a:lvl5pPr>
            <a:lvl6pPr marL="335585" indent="0" algn="ctr">
              <a:buNone/>
              <a:defRPr sz="235"/>
            </a:lvl6pPr>
            <a:lvl7pPr marL="402702" indent="0" algn="ctr">
              <a:buNone/>
              <a:defRPr sz="235"/>
            </a:lvl7pPr>
            <a:lvl8pPr marL="469819" indent="0" algn="ctr">
              <a:buNone/>
              <a:defRPr sz="235"/>
            </a:lvl8pPr>
            <a:lvl9pPr marL="536936" indent="0" algn="ctr">
              <a:buNone/>
              <a:defRPr sz="23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3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4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643" y="250920"/>
            <a:ext cx="2839760" cy="418666"/>
          </a:xfrm>
        </p:spPr>
        <p:txBody>
          <a:bodyPr anchor="b"/>
          <a:lstStyle>
            <a:lvl1pPr>
              <a:defRPr sz="8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643" y="673546"/>
            <a:ext cx="2839760" cy="220166"/>
          </a:xfrm>
        </p:spPr>
        <p:txBody>
          <a:bodyPr/>
          <a:lstStyle>
            <a:lvl1pPr marL="0" indent="0">
              <a:buNone/>
              <a:defRPr sz="352">
                <a:solidFill>
                  <a:schemeClr val="tx1">
                    <a:tint val="75000"/>
                  </a:schemeClr>
                </a:solidFill>
              </a:defRPr>
            </a:lvl1pPr>
            <a:lvl2pPr marL="6711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2pPr>
            <a:lvl3pPr marL="134234" indent="0">
              <a:buNone/>
              <a:defRPr sz="264">
                <a:solidFill>
                  <a:schemeClr val="tx1">
                    <a:tint val="75000"/>
                  </a:schemeClr>
                </a:solidFill>
              </a:defRPr>
            </a:lvl3pPr>
            <a:lvl4pPr marL="201351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4pPr>
            <a:lvl5pPr marL="268468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5pPr>
            <a:lvl6pPr marL="335585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6pPr>
            <a:lvl7pPr marL="402702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7pPr>
            <a:lvl8pPr marL="469819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8pPr>
            <a:lvl9pPr marL="536936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5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58" y="267927"/>
            <a:ext cx="1399302" cy="638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815" y="267927"/>
            <a:ext cx="1399302" cy="638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34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86" y="53585"/>
            <a:ext cx="2839760" cy="1945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87" y="246726"/>
            <a:ext cx="1392871" cy="120917"/>
          </a:xfrm>
        </p:spPr>
        <p:txBody>
          <a:bodyPr anchor="b"/>
          <a:lstStyle>
            <a:lvl1pPr marL="0" indent="0">
              <a:buNone/>
              <a:defRPr sz="352" b="1"/>
            </a:lvl1pPr>
            <a:lvl2pPr marL="67117" indent="0">
              <a:buNone/>
              <a:defRPr sz="294" b="1"/>
            </a:lvl2pPr>
            <a:lvl3pPr marL="134234" indent="0">
              <a:buNone/>
              <a:defRPr sz="264" b="1"/>
            </a:lvl3pPr>
            <a:lvl4pPr marL="201351" indent="0">
              <a:buNone/>
              <a:defRPr sz="235" b="1"/>
            </a:lvl4pPr>
            <a:lvl5pPr marL="268468" indent="0">
              <a:buNone/>
              <a:defRPr sz="235" b="1"/>
            </a:lvl5pPr>
            <a:lvl6pPr marL="335585" indent="0">
              <a:buNone/>
              <a:defRPr sz="235" b="1"/>
            </a:lvl6pPr>
            <a:lvl7pPr marL="402702" indent="0">
              <a:buNone/>
              <a:defRPr sz="235" b="1"/>
            </a:lvl7pPr>
            <a:lvl8pPr marL="469819" indent="0">
              <a:buNone/>
              <a:defRPr sz="235" b="1"/>
            </a:lvl8pPr>
            <a:lvl9pPr marL="536936" indent="0">
              <a:buNone/>
              <a:defRPr sz="23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87" y="367643"/>
            <a:ext cx="1392871" cy="5407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815" y="246726"/>
            <a:ext cx="1399731" cy="120917"/>
          </a:xfrm>
        </p:spPr>
        <p:txBody>
          <a:bodyPr anchor="b"/>
          <a:lstStyle>
            <a:lvl1pPr marL="0" indent="0">
              <a:buNone/>
              <a:defRPr sz="352" b="1"/>
            </a:lvl1pPr>
            <a:lvl2pPr marL="67117" indent="0">
              <a:buNone/>
              <a:defRPr sz="294" b="1"/>
            </a:lvl2pPr>
            <a:lvl3pPr marL="134234" indent="0">
              <a:buNone/>
              <a:defRPr sz="264" b="1"/>
            </a:lvl3pPr>
            <a:lvl4pPr marL="201351" indent="0">
              <a:buNone/>
              <a:defRPr sz="235" b="1"/>
            </a:lvl4pPr>
            <a:lvl5pPr marL="268468" indent="0">
              <a:buNone/>
              <a:defRPr sz="235" b="1"/>
            </a:lvl5pPr>
            <a:lvl6pPr marL="335585" indent="0">
              <a:buNone/>
              <a:defRPr sz="235" b="1"/>
            </a:lvl6pPr>
            <a:lvl7pPr marL="402702" indent="0">
              <a:buNone/>
              <a:defRPr sz="235" b="1"/>
            </a:lvl7pPr>
            <a:lvl8pPr marL="469819" indent="0">
              <a:buNone/>
              <a:defRPr sz="235" b="1"/>
            </a:lvl8pPr>
            <a:lvl9pPr marL="536936" indent="0">
              <a:buNone/>
              <a:defRPr sz="23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815" y="367643"/>
            <a:ext cx="1399731" cy="5407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17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3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87" y="67098"/>
            <a:ext cx="1061909" cy="234844"/>
          </a:xfrm>
        </p:spPr>
        <p:txBody>
          <a:bodyPr anchor="b"/>
          <a:lstStyle>
            <a:lvl1pPr>
              <a:defRPr sz="4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731" y="144914"/>
            <a:ext cx="1666815" cy="715250"/>
          </a:xfrm>
        </p:spPr>
        <p:txBody>
          <a:bodyPr/>
          <a:lstStyle>
            <a:lvl1pPr>
              <a:defRPr sz="470"/>
            </a:lvl1pPr>
            <a:lvl2pPr>
              <a:defRPr sz="411"/>
            </a:lvl2pPr>
            <a:lvl3pPr>
              <a:defRPr sz="352"/>
            </a:lvl3pPr>
            <a:lvl4pPr>
              <a:defRPr sz="294"/>
            </a:lvl4pPr>
            <a:lvl5pPr>
              <a:defRPr sz="294"/>
            </a:lvl5pPr>
            <a:lvl6pPr>
              <a:defRPr sz="294"/>
            </a:lvl6pPr>
            <a:lvl7pPr>
              <a:defRPr sz="294"/>
            </a:lvl7pPr>
            <a:lvl8pPr>
              <a:defRPr sz="294"/>
            </a:lvl8pPr>
            <a:lvl9pPr>
              <a:defRPr sz="294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87" y="301942"/>
            <a:ext cx="1061909" cy="559386"/>
          </a:xfrm>
        </p:spPr>
        <p:txBody>
          <a:bodyPr/>
          <a:lstStyle>
            <a:lvl1pPr marL="0" indent="0">
              <a:buNone/>
              <a:defRPr sz="235"/>
            </a:lvl1pPr>
            <a:lvl2pPr marL="67117" indent="0">
              <a:buNone/>
              <a:defRPr sz="206"/>
            </a:lvl2pPr>
            <a:lvl3pPr marL="134234" indent="0">
              <a:buNone/>
              <a:defRPr sz="176"/>
            </a:lvl3pPr>
            <a:lvl4pPr marL="201351" indent="0">
              <a:buNone/>
              <a:defRPr sz="147"/>
            </a:lvl4pPr>
            <a:lvl5pPr marL="268468" indent="0">
              <a:buNone/>
              <a:defRPr sz="147"/>
            </a:lvl5pPr>
            <a:lvl6pPr marL="335585" indent="0">
              <a:buNone/>
              <a:defRPr sz="147"/>
            </a:lvl6pPr>
            <a:lvl7pPr marL="402702" indent="0">
              <a:buNone/>
              <a:defRPr sz="147"/>
            </a:lvl7pPr>
            <a:lvl8pPr marL="469819" indent="0">
              <a:buNone/>
              <a:defRPr sz="147"/>
            </a:lvl8pPr>
            <a:lvl9pPr marL="536936" indent="0">
              <a:buNone/>
              <a:defRPr sz="14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5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87" y="67098"/>
            <a:ext cx="1061909" cy="234844"/>
          </a:xfrm>
        </p:spPr>
        <p:txBody>
          <a:bodyPr anchor="b"/>
          <a:lstStyle>
            <a:lvl1pPr>
              <a:defRPr sz="4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731" y="144914"/>
            <a:ext cx="1666815" cy="715250"/>
          </a:xfrm>
        </p:spPr>
        <p:txBody>
          <a:bodyPr anchor="t"/>
          <a:lstStyle>
            <a:lvl1pPr marL="0" indent="0">
              <a:buNone/>
              <a:defRPr sz="470"/>
            </a:lvl1pPr>
            <a:lvl2pPr marL="67117" indent="0">
              <a:buNone/>
              <a:defRPr sz="411"/>
            </a:lvl2pPr>
            <a:lvl3pPr marL="134234" indent="0">
              <a:buNone/>
              <a:defRPr sz="352"/>
            </a:lvl3pPr>
            <a:lvl4pPr marL="201351" indent="0">
              <a:buNone/>
              <a:defRPr sz="294"/>
            </a:lvl4pPr>
            <a:lvl5pPr marL="268468" indent="0">
              <a:buNone/>
              <a:defRPr sz="294"/>
            </a:lvl5pPr>
            <a:lvl6pPr marL="335585" indent="0">
              <a:buNone/>
              <a:defRPr sz="294"/>
            </a:lvl6pPr>
            <a:lvl7pPr marL="402702" indent="0">
              <a:buNone/>
              <a:defRPr sz="294"/>
            </a:lvl7pPr>
            <a:lvl8pPr marL="469819" indent="0">
              <a:buNone/>
              <a:defRPr sz="294"/>
            </a:lvl8pPr>
            <a:lvl9pPr marL="536936" indent="0">
              <a:buNone/>
              <a:defRPr sz="2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87" y="301942"/>
            <a:ext cx="1061909" cy="559386"/>
          </a:xfrm>
        </p:spPr>
        <p:txBody>
          <a:bodyPr/>
          <a:lstStyle>
            <a:lvl1pPr marL="0" indent="0">
              <a:buNone/>
              <a:defRPr sz="235"/>
            </a:lvl1pPr>
            <a:lvl2pPr marL="67117" indent="0">
              <a:buNone/>
              <a:defRPr sz="206"/>
            </a:lvl2pPr>
            <a:lvl3pPr marL="134234" indent="0">
              <a:buNone/>
              <a:defRPr sz="176"/>
            </a:lvl3pPr>
            <a:lvl4pPr marL="201351" indent="0">
              <a:buNone/>
              <a:defRPr sz="147"/>
            </a:lvl4pPr>
            <a:lvl5pPr marL="268468" indent="0">
              <a:buNone/>
              <a:defRPr sz="147"/>
            </a:lvl5pPr>
            <a:lvl6pPr marL="335585" indent="0">
              <a:buNone/>
              <a:defRPr sz="147"/>
            </a:lvl6pPr>
            <a:lvl7pPr marL="402702" indent="0">
              <a:buNone/>
              <a:defRPr sz="147"/>
            </a:lvl7pPr>
            <a:lvl8pPr marL="469819" indent="0">
              <a:buNone/>
              <a:defRPr sz="147"/>
            </a:lvl8pPr>
            <a:lvl9pPr marL="536936" indent="0">
              <a:buNone/>
              <a:defRPr sz="14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3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88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6177" y="53585"/>
            <a:ext cx="709940" cy="852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58" y="53585"/>
            <a:ext cx="2088664" cy="85294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80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58" y="53585"/>
            <a:ext cx="2839760" cy="194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58" y="267927"/>
            <a:ext cx="2839760" cy="63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58" y="932854"/>
            <a:ext cx="740807" cy="535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02930-A082-7C4C-BCA5-670717E841A7}" type="datetimeFigureOut">
              <a:rPr lang="en-US" smtClean="0"/>
              <a:t>1/6/20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633" y="932854"/>
            <a:ext cx="1111210" cy="535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5310" y="932854"/>
            <a:ext cx="740807" cy="535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9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34234" rtl="0" eaLnBrk="1" latinLnBrk="0" hangingPunct="1">
        <a:lnSpc>
          <a:spcPct val="90000"/>
        </a:lnSpc>
        <a:spcBef>
          <a:spcPct val="0"/>
        </a:spcBef>
        <a:buNone/>
        <a:defRPr sz="6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558" indent="-33558" algn="l" defTabSz="134234" rtl="0" eaLnBrk="1" latinLnBrk="0" hangingPunct="1">
        <a:lnSpc>
          <a:spcPct val="90000"/>
        </a:lnSpc>
        <a:spcBef>
          <a:spcPts val="147"/>
        </a:spcBef>
        <a:buFont typeface="Arial" panose="020B0604020202020204" pitchFamily="34" charset="0"/>
        <a:buChar char="•"/>
        <a:defRPr sz="411" kern="1200">
          <a:solidFill>
            <a:schemeClr val="tx1"/>
          </a:solidFill>
          <a:latin typeface="+mn-lt"/>
          <a:ea typeface="+mn-ea"/>
          <a:cs typeface="+mn-cs"/>
        </a:defRPr>
      </a:lvl1pPr>
      <a:lvl2pPr marL="100675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352" kern="1200">
          <a:solidFill>
            <a:schemeClr val="tx1"/>
          </a:solidFill>
          <a:latin typeface="+mn-lt"/>
          <a:ea typeface="+mn-ea"/>
          <a:cs typeface="+mn-cs"/>
        </a:defRPr>
      </a:lvl2pPr>
      <a:lvl3pPr marL="167792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94" kern="1200">
          <a:solidFill>
            <a:schemeClr val="tx1"/>
          </a:solidFill>
          <a:latin typeface="+mn-lt"/>
          <a:ea typeface="+mn-ea"/>
          <a:cs typeface="+mn-cs"/>
        </a:defRPr>
      </a:lvl3pPr>
      <a:lvl4pPr marL="234909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4pPr>
      <a:lvl5pPr marL="302026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5pPr>
      <a:lvl6pPr marL="369143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6pPr>
      <a:lvl7pPr marL="436260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7pPr>
      <a:lvl8pPr marL="503377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8pPr>
      <a:lvl9pPr marL="570494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1pPr>
      <a:lvl2pPr marL="67117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2pPr>
      <a:lvl3pPr marL="134234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3pPr>
      <a:lvl4pPr marL="201351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4pPr>
      <a:lvl5pPr marL="268468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5pPr>
      <a:lvl6pPr marL="335585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6pPr>
      <a:lvl7pPr marL="402702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7pPr>
      <a:lvl8pPr marL="469819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8pPr>
      <a:lvl9pPr marL="536936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rc 81">
            <a:extLst>
              <a:ext uri="{FF2B5EF4-FFF2-40B4-BE49-F238E27FC236}">
                <a16:creationId xmlns:a16="http://schemas.microsoft.com/office/drawing/2014/main" id="{C64D1986-286C-DC4B-8F0A-5D55CC447DB4}"/>
              </a:ext>
            </a:extLst>
          </p:cNvPr>
          <p:cNvSpPr/>
          <p:nvPr/>
        </p:nvSpPr>
        <p:spPr>
          <a:xfrm>
            <a:off x="971545" y="171782"/>
            <a:ext cx="389467" cy="369330"/>
          </a:xfrm>
          <a:prstGeom prst="arc">
            <a:avLst>
              <a:gd name="adj1" fmla="val 11039206"/>
              <a:gd name="adj2" fmla="val 21324665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79C2948-9499-AC4D-B1D9-5D6C4F85DCAF}"/>
              </a:ext>
            </a:extLst>
          </p:cNvPr>
          <p:cNvSpPr/>
          <p:nvPr/>
        </p:nvSpPr>
        <p:spPr>
          <a:xfrm>
            <a:off x="914573" y="342363"/>
            <a:ext cx="520446" cy="3563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F7C08A1-89A7-CD47-A8FD-E0F737C54C37}"/>
              </a:ext>
            </a:extLst>
          </p:cNvPr>
          <p:cNvSpPr txBox="1"/>
          <p:nvPr/>
        </p:nvSpPr>
        <p:spPr>
          <a:xfrm>
            <a:off x="1037579" y="34732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itchFamily="18"/>
                <a:ea typeface="Andale Sans UI" pitchFamily="2"/>
                <a:cs typeface="Tahoma" pitchFamily="2"/>
              </a:rPr>
              <a:t>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5CCBBD-E6ED-3B4C-B6CE-3006747C8DA9}"/>
              </a:ext>
            </a:extLst>
          </p:cNvPr>
          <p:cNvSpPr txBox="1"/>
          <p:nvPr/>
        </p:nvSpPr>
        <p:spPr>
          <a:xfrm>
            <a:off x="806443" y="668632"/>
            <a:ext cx="905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Proliferating CML cells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82B67B4-5886-7044-9C52-E073DEABFCF2}"/>
              </a:ext>
            </a:extLst>
          </p:cNvPr>
          <p:cNvCxnSpPr>
            <a:cxnSpLocks/>
          </p:cNvCxnSpPr>
          <p:nvPr/>
        </p:nvCxnSpPr>
        <p:spPr>
          <a:xfrm>
            <a:off x="1433257" y="529390"/>
            <a:ext cx="2720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DA6769C-5DAB-534A-AE15-C6C373003FDA}"/>
                  </a:ext>
                </a:extLst>
              </p:cNvPr>
              <p:cNvSpPr txBox="1"/>
              <p:nvPr/>
            </p:nvSpPr>
            <p:spPr>
              <a:xfrm>
                <a:off x="808449" y="-53017"/>
                <a:ext cx="977501" cy="308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9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900" i="1">
                        <a:latin typeface="Cambria Math" panose="02040503050406030204" pitchFamily="18" charset="0"/>
                      </a:rPr>
                      <m:t>(1−</m:t>
                    </m:r>
                    <m:f>
                      <m:fPr>
                        <m:ctrlPr>
                          <a:rPr lang="en-US" sz="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9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b>
                          <m:sSubPr>
                            <m:ctrlPr>
                              <a:rPr lang="en-US" sz="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9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sz="9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900" baseline="-250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DA6769C-5DAB-534A-AE15-C6C373003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49" y="-53017"/>
                <a:ext cx="977501" cy="3086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45A89A1-501D-7B4B-8C9E-7B0D19697705}"/>
              </a:ext>
            </a:extLst>
          </p:cNvPr>
          <p:cNvCxnSpPr>
            <a:cxnSpLocks/>
          </p:cNvCxnSpPr>
          <p:nvPr/>
        </p:nvCxnSpPr>
        <p:spPr>
          <a:xfrm>
            <a:off x="541493" y="480870"/>
            <a:ext cx="373083" cy="7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4C072F33-F988-C44B-A3CB-EFB4155EC0A6}"/>
              </a:ext>
            </a:extLst>
          </p:cNvPr>
          <p:cNvGrpSpPr/>
          <p:nvPr/>
        </p:nvGrpSpPr>
        <p:grpSpPr>
          <a:xfrm>
            <a:off x="21044" y="341606"/>
            <a:ext cx="520446" cy="356347"/>
            <a:chOff x="1212033" y="708440"/>
            <a:chExt cx="520446" cy="35634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A5641F5-467D-F440-BB9A-71FF4FF07239}"/>
                </a:ext>
              </a:extLst>
            </p:cNvPr>
            <p:cNvSpPr/>
            <p:nvPr/>
          </p:nvSpPr>
          <p:spPr>
            <a:xfrm>
              <a:off x="1212033" y="708440"/>
              <a:ext cx="520446" cy="3563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6C82741-1652-F54C-A761-4995D08E19BC}"/>
                </a:ext>
              </a:extLst>
            </p:cNvPr>
            <p:cNvSpPr txBox="1"/>
            <p:nvPr/>
          </p:nvSpPr>
          <p:spPr>
            <a:xfrm>
              <a:off x="1335772" y="714787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itchFamily="18"/>
                  <a:ea typeface="Andale Sans UI" pitchFamily="2"/>
                  <a:cs typeface="Tahoma" pitchFamily="2"/>
                </a:rPr>
                <a:t>x</a:t>
              </a:r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B5E0183-4D67-FF44-9F05-2749C7AAB1A7}"/>
              </a:ext>
            </a:extLst>
          </p:cNvPr>
          <p:cNvCxnSpPr>
            <a:cxnSpLocks/>
          </p:cNvCxnSpPr>
          <p:nvPr/>
        </p:nvCxnSpPr>
        <p:spPr>
          <a:xfrm flipH="1" flipV="1">
            <a:off x="3034865" y="485220"/>
            <a:ext cx="236498" cy="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1838ACA-249D-CD4F-AFEE-06F6207EF018}"/>
              </a:ext>
            </a:extLst>
          </p:cNvPr>
          <p:cNvGrpSpPr/>
          <p:nvPr/>
        </p:nvGrpSpPr>
        <p:grpSpPr>
          <a:xfrm>
            <a:off x="2514417" y="311667"/>
            <a:ext cx="520446" cy="356347"/>
            <a:chOff x="1212033" y="708440"/>
            <a:chExt cx="520446" cy="356347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63CCF5D-E089-3E4E-A7FA-3593E48FBF38}"/>
                </a:ext>
              </a:extLst>
            </p:cNvPr>
            <p:cNvSpPr/>
            <p:nvPr/>
          </p:nvSpPr>
          <p:spPr>
            <a:xfrm>
              <a:off x="1212033" y="708440"/>
              <a:ext cx="520446" cy="3563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D72C95-C051-ED45-B63F-C794573A114C}"/>
                </a:ext>
              </a:extLst>
            </p:cNvPr>
            <p:cNvSpPr txBox="1"/>
            <p:nvPr/>
          </p:nvSpPr>
          <p:spPr>
            <a:xfrm>
              <a:off x="1298884" y="715529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itchFamily="18"/>
                  <a:ea typeface="Andale Sans UI" pitchFamily="2"/>
                  <a:cs typeface="Tahoma" pitchFamily="2"/>
                </a:rPr>
                <a:t>z</a:t>
              </a:r>
            </a:p>
          </p:txBody>
        </p:sp>
      </p:grpSp>
      <p:sp>
        <p:nvSpPr>
          <p:cNvPr id="9" name="Arc 8">
            <a:extLst>
              <a:ext uri="{FF2B5EF4-FFF2-40B4-BE49-F238E27FC236}">
                <a16:creationId xmlns:a16="http://schemas.microsoft.com/office/drawing/2014/main" id="{63CA745D-5047-FC4E-9800-49D416440FD9}"/>
              </a:ext>
            </a:extLst>
          </p:cNvPr>
          <p:cNvSpPr/>
          <p:nvPr/>
        </p:nvSpPr>
        <p:spPr>
          <a:xfrm rot="18383859">
            <a:off x="1547748" y="126626"/>
            <a:ext cx="1215289" cy="1350324"/>
          </a:xfrm>
          <a:prstGeom prst="arc">
            <a:avLst>
              <a:gd name="adj1" fmla="val 16034346"/>
              <a:gd name="adj2" fmla="val 14634"/>
            </a:avLst>
          </a:prstGeom>
          <a:ln>
            <a:solidFill>
              <a:schemeClr val="tx1"/>
            </a:solidFill>
            <a:prstDash val="dash"/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D49FAC-0F60-054C-95BD-40BF18929F34}"/>
              </a:ext>
            </a:extLst>
          </p:cNvPr>
          <p:cNvCxnSpPr>
            <a:cxnSpLocks/>
          </p:cNvCxnSpPr>
          <p:nvPr/>
        </p:nvCxnSpPr>
        <p:spPr>
          <a:xfrm flipH="1">
            <a:off x="542540" y="584536"/>
            <a:ext cx="3705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B68F3BC-2B1F-FB40-9B35-55FAA974E870}"/>
              </a:ext>
            </a:extLst>
          </p:cNvPr>
          <p:cNvSpPr txBox="1"/>
          <p:nvPr/>
        </p:nvSpPr>
        <p:spPr>
          <a:xfrm>
            <a:off x="-49595" y="665160"/>
            <a:ext cx="905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Quiescent</a:t>
            </a:r>
          </a:p>
          <a:p>
            <a:r>
              <a:rPr lang="en-US" sz="1000" i="1" dirty="0"/>
              <a:t>CML cells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789DE28-5404-924E-8549-8DCDA1B1BB42}"/>
              </a:ext>
            </a:extLst>
          </p:cNvPr>
          <p:cNvSpPr txBox="1"/>
          <p:nvPr/>
        </p:nvSpPr>
        <p:spPr>
          <a:xfrm>
            <a:off x="2387366" y="655918"/>
            <a:ext cx="900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Anti-CML immune cells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87A0C74-0EFC-7347-9E41-B8D8772CA6DE}"/>
              </a:ext>
            </a:extLst>
          </p:cNvPr>
          <p:cNvCxnSpPr>
            <a:cxnSpLocks/>
          </p:cNvCxnSpPr>
          <p:nvPr/>
        </p:nvCxnSpPr>
        <p:spPr>
          <a:xfrm flipV="1">
            <a:off x="2738485" y="160061"/>
            <a:ext cx="0" cy="1516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Arc 94">
            <a:extLst>
              <a:ext uri="{FF2B5EF4-FFF2-40B4-BE49-F238E27FC236}">
                <a16:creationId xmlns:a16="http://schemas.microsoft.com/office/drawing/2014/main" id="{17C08381-871D-D846-9050-4BDDCC6F582F}"/>
              </a:ext>
            </a:extLst>
          </p:cNvPr>
          <p:cNvSpPr/>
          <p:nvPr/>
        </p:nvSpPr>
        <p:spPr>
          <a:xfrm rot="16200000">
            <a:off x="2409206" y="281429"/>
            <a:ext cx="222528" cy="444768"/>
          </a:xfrm>
          <a:prstGeom prst="arc">
            <a:avLst>
              <a:gd name="adj1" fmla="val 11039206"/>
              <a:gd name="adj2" fmla="val 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D03516E-CAF7-3B4B-9447-E5E26B238698}"/>
                  </a:ext>
                </a:extLst>
              </p:cNvPr>
              <p:cNvSpPr txBox="1"/>
              <p:nvPr/>
            </p:nvSpPr>
            <p:spPr>
              <a:xfrm>
                <a:off x="1743671" y="467917"/>
                <a:ext cx="929418" cy="329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8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f>
                        <m:fPr>
                          <m:ctrlPr>
                            <a:rPr lang="en-US" sz="8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8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8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sz="8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8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8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8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82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D03516E-CAF7-3B4B-9447-E5E26B238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671" y="467917"/>
                <a:ext cx="929418" cy="329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rc 27">
            <a:extLst>
              <a:ext uri="{FF2B5EF4-FFF2-40B4-BE49-F238E27FC236}">
                <a16:creationId xmlns:a16="http://schemas.microsoft.com/office/drawing/2014/main" id="{68D7E48D-F8D6-2C49-8573-A350EC000E7F}"/>
              </a:ext>
            </a:extLst>
          </p:cNvPr>
          <p:cNvSpPr/>
          <p:nvPr/>
        </p:nvSpPr>
        <p:spPr>
          <a:xfrm rot="7686974">
            <a:off x="1200085" y="-534773"/>
            <a:ext cx="1172029" cy="1511279"/>
          </a:xfrm>
          <a:prstGeom prst="arc">
            <a:avLst>
              <a:gd name="adj1" fmla="val 16576455"/>
              <a:gd name="adj2" fmla="val 21340200"/>
            </a:avLst>
          </a:prstGeom>
          <a:ln>
            <a:solidFill>
              <a:schemeClr val="tx1"/>
            </a:solidFill>
            <a:prstDash val="dash"/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E8554009-DA9B-1F4B-8584-D28AB3CB17FE}"/>
              </a:ext>
            </a:extLst>
          </p:cNvPr>
          <p:cNvSpPr/>
          <p:nvPr/>
        </p:nvSpPr>
        <p:spPr>
          <a:xfrm rot="21368345" flipH="1">
            <a:off x="909128" y="566591"/>
            <a:ext cx="2214068" cy="736473"/>
          </a:xfrm>
          <a:prstGeom prst="arc">
            <a:avLst>
              <a:gd name="adj1" fmla="val 14227494"/>
              <a:gd name="adj2" fmla="val 19817640"/>
            </a:avLst>
          </a:prstGeom>
          <a:ln>
            <a:solidFill>
              <a:schemeClr val="tx1"/>
            </a:solidFill>
            <a:prstDash val="dash"/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0A7EE18-7061-904A-9C9C-69C44B1E0EB5}"/>
                  </a:ext>
                </a:extLst>
              </p:cNvPr>
              <p:cNvSpPr txBox="1"/>
              <p:nvPr/>
            </p:nvSpPr>
            <p:spPr>
              <a:xfrm>
                <a:off x="3008394" y="382036"/>
                <a:ext cx="3353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9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sz="900" baseline="-25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0A7EE18-7061-904A-9C9C-69C44B1E0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394" y="382036"/>
                <a:ext cx="33530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2389BCD-E112-4A48-A3C4-F8010D778E03}"/>
                  </a:ext>
                </a:extLst>
              </p:cNvPr>
              <p:cNvSpPr txBox="1"/>
              <p:nvPr/>
            </p:nvSpPr>
            <p:spPr>
              <a:xfrm>
                <a:off x="615294" y="522744"/>
                <a:ext cx="24187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900" i="1">
                            <a:latin typeface="Cambria Math" panose="02040503050406030204" pitchFamily="18" charset="0"/>
                          </a:rPr>
                          <m:t>𝑦𝑥</m:t>
                        </m:r>
                      </m:sub>
                    </m:sSub>
                  </m:oMath>
                </a14:m>
                <a:endParaRPr lang="en-US" sz="900" baseline="-25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2389BCD-E112-4A48-A3C4-F8010D778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94" y="522744"/>
                <a:ext cx="241876" cy="184666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6B73AF-4FFD-444E-A26A-E207DB44FD08}"/>
                  </a:ext>
                </a:extLst>
              </p:cNvPr>
              <p:cNvSpPr txBox="1"/>
              <p:nvPr/>
            </p:nvSpPr>
            <p:spPr>
              <a:xfrm>
                <a:off x="600797" y="292901"/>
                <a:ext cx="24187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900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endParaRPr lang="en-US" sz="900" baseline="-250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6B73AF-4FFD-444E-A26A-E207DB44F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97" y="292901"/>
                <a:ext cx="241876" cy="184666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3EDED90-B5BE-BF44-8F42-B1D9E85AD995}"/>
                  </a:ext>
                </a:extLst>
              </p:cNvPr>
              <p:cNvSpPr txBox="1"/>
              <p:nvPr/>
            </p:nvSpPr>
            <p:spPr>
              <a:xfrm>
                <a:off x="1422072" y="355989"/>
                <a:ext cx="24187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900" i="1">
                        <a:latin typeface="Cambria Math" panose="02040503050406030204" pitchFamily="18" charset="0"/>
                      </a:rPr>
                      <m:t>𝑚𝑧</m:t>
                    </m:r>
                  </m:oMath>
                </a14:m>
                <a:endParaRPr lang="en-US" sz="900" baseline="-25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3EDED90-B5BE-BF44-8F42-B1D9E85AD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072" y="355989"/>
                <a:ext cx="241876" cy="1846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BD4642-36F9-D343-8A09-4D48E9E0BF22}"/>
                  </a:ext>
                </a:extLst>
              </p:cNvPr>
              <p:cNvSpPr txBox="1"/>
              <p:nvPr/>
            </p:nvSpPr>
            <p:spPr>
              <a:xfrm>
                <a:off x="2735220" y="148071"/>
                <a:ext cx="24187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9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900" baseline="-250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BD4642-36F9-D343-8A09-4D48E9E0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220" y="148071"/>
                <a:ext cx="241876" cy="1846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780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</TotalTime>
  <Words>31</Words>
  <Application>Microsoft Macintosh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Andale Sans UI</vt:lpstr>
      <vt:lpstr>Arial</vt:lpstr>
      <vt:lpstr>Calibri</vt:lpstr>
      <vt:lpstr>Calibri Light</vt:lpstr>
      <vt:lpstr>Cambria Math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Tomas Radivoyevitch</dc:creator>
  <cp:lastModifiedBy>Tomas Radivoyevitch</cp:lastModifiedBy>
  <cp:revision>21</cp:revision>
  <dcterms:created xsi:type="dcterms:W3CDTF">2019-06-06T11:21:59Z</dcterms:created>
  <dcterms:modified xsi:type="dcterms:W3CDTF">2020-01-06T15:06:20Z</dcterms:modified>
</cp:coreProperties>
</file>