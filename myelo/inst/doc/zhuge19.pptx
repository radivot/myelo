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4846638" cy="1828800"/>
  <p:notesSz cx="6858000" cy="9144000"/>
  <p:defaultTextStyle>
    <a:defPPr>
      <a:defRPr lang="en-US"/>
    </a:defPPr>
    <a:lvl1pPr marL="0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1pPr>
    <a:lvl2pPr marL="16018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2pPr>
    <a:lvl3pPr marL="320366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3pPr>
    <a:lvl4pPr marL="480548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4pPr>
    <a:lvl5pPr marL="64073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5pPr>
    <a:lvl6pPr marL="800914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6pPr>
    <a:lvl7pPr marL="961098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7pPr>
    <a:lvl8pPr marL="1121280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8pPr>
    <a:lvl9pPr marL="1281463" algn="l" defTabSz="320366" rtl="0" eaLnBrk="1" latinLnBrk="0" hangingPunct="1">
      <a:defRPr sz="6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9"/>
    <p:restoredTop sz="94674"/>
  </p:normalViewPr>
  <p:slideViewPr>
    <p:cSldViewPr snapToGrid="0" snapToObjects="1">
      <p:cViewPr varScale="1">
        <p:scale>
          <a:sx n="226" d="100"/>
          <a:sy n="226" d="100"/>
        </p:scale>
        <p:origin x="1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5830" y="299297"/>
            <a:ext cx="3634979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830" y="960543"/>
            <a:ext cx="3634979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8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5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82" y="455930"/>
            <a:ext cx="418022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682" y="1223857"/>
            <a:ext cx="418022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5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206" y="486833"/>
            <a:ext cx="2059821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3611" y="486833"/>
            <a:ext cx="2059821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8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97367"/>
            <a:ext cx="418022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838" y="448310"/>
            <a:ext cx="2050355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838" y="668020"/>
            <a:ext cx="2050355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53611" y="448310"/>
            <a:ext cx="2060452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53611" y="668020"/>
            <a:ext cx="2060452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6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9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121920"/>
            <a:ext cx="156316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453" y="263314"/>
            <a:ext cx="245361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3838" y="548640"/>
            <a:ext cx="156316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4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38" y="121920"/>
            <a:ext cx="156316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0453" y="263314"/>
            <a:ext cx="245361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3838" y="548640"/>
            <a:ext cx="156316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68375" y="97367"/>
            <a:ext cx="104505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3206" y="97367"/>
            <a:ext cx="3074586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4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3207" y="97367"/>
            <a:ext cx="418022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207" y="486833"/>
            <a:ext cx="418022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206" y="1695027"/>
            <a:ext cx="109049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02930-A082-7C4C-BCA5-670717E841A7}" type="datetimeFigureOut">
              <a:rPr lang="en-US" smtClean="0"/>
              <a:t>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5449" y="1695027"/>
            <a:ext cx="163574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22938" y="1695027"/>
            <a:ext cx="1090494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7BB60-82BC-2D42-8045-48ED1675C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F3FE3C0-9131-684E-BAE5-25934D7DC597}"/>
              </a:ext>
            </a:extLst>
          </p:cNvPr>
          <p:cNvCxnSpPr>
            <a:cxnSpLocks/>
          </p:cNvCxnSpPr>
          <p:nvPr/>
        </p:nvCxnSpPr>
        <p:spPr>
          <a:xfrm flipV="1">
            <a:off x="652187" y="464635"/>
            <a:ext cx="685925" cy="271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riangle 74">
            <a:extLst>
              <a:ext uri="{FF2B5EF4-FFF2-40B4-BE49-F238E27FC236}">
                <a16:creationId xmlns:a16="http://schemas.microsoft.com/office/drawing/2014/main" id="{ED1CD32D-EBAC-204F-9074-178A8AA026CB}"/>
              </a:ext>
            </a:extLst>
          </p:cNvPr>
          <p:cNvSpPr/>
          <p:nvPr/>
        </p:nvSpPr>
        <p:spPr>
          <a:xfrm rot="16200000">
            <a:off x="1308406" y="285767"/>
            <a:ext cx="394965" cy="33890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riangle 75">
            <a:extLst>
              <a:ext uri="{FF2B5EF4-FFF2-40B4-BE49-F238E27FC236}">
                <a16:creationId xmlns:a16="http://schemas.microsoft.com/office/drawing/2014/main" id="{8A225E28-5F7F-C542-9480-E3E76B1BD6FA}"/>
              </a:ext>
            </a:extLst>
          </p:cNvPr>
          <p:cNvSpPr/>
          <p:nvPr/>
        </p:nvSpPr>
        <p:spPr>
          <a:xfrm rot="16200000">
            <a:off x="1308406" y="1123115"/>
            <a:ext cx="394965" cy="33890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5A89A1-501D-7B4B-8C9E-7B0D19697705}"/>
              </a:ext>
            </a:extLst>
          </p:cNvPr>
          <p:cNvCxnSpPr>
            <a:cxnSpLocks/>
          </p:cNvCxnSpPr>
          <p:nvPr/>
        </p:nvCxnSpPr>
        <p:spPr>
          <a:xfrm flipV="1">
            <a:off x="652187" y="905715"/>
            <a:ext cx="6859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F70FA97-9916-4F4B-92DD-78F66DAC78DD}"/>
              </a:ext>
            </a:extLst>
          </p:cNvPr>
          <p:cNvCxnSpPr>
            <a:cxnSpLocks/>
          </p:cNvCxnSpPr>
          <p:nvPr/>
        </p:nvCxnSpPr>
        <p:spPr>
          <a:xfrm>
            <a:off x="655432" y="1096371"/>
            <a:ext cx="681005" cy="196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43E0DD1-F751-584E-BF78-243FBD47E0D8}"/>
              </a:ext>
            </a:extLst>
          </p:cNvPr>
          <p:cNvSpPr txBox="1"/>
          <p:nvPr/>
        </p:nvSpPr>
        <p:spPr>
          <a:xfrm>
            <a:off x="1400772" y="302207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r>
              <a:rPr lang="en-US" sz="1200" baseline="-25000" dirty="0"/>
              <a:t>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05BBE95-46B1-4446-BCA0-A401BE44E008}"/>
              </a:ext>
            </a:extLst>
          </p:cNvPr>
          <p:cNvSpPr/>
          <p:nvPr/>
        </p:nvSpPr>
        <p:spPr>
          <a:xfrm>
            <a:off x="1675339" y="1095083"/>
            <a:ext cx="1490972" cy="3949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87E058-5B00-D54A-AB90-CB9D203F1D14}"/>
              </a:ext>
            </a:extLst>
          </p:cNvPr>
          <p:cNvSpPr/>
          <p:nvPr/>
        </p:nvSpPr>
        <p:spPr>
          <a:xfrm>
            <a:off x="1675339" y="257735"/>
            <a:ext cx="1490972" cy="3949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C64D1986-286C-DC4B-8F0A-5D55CC447DB4}"/>
              </a:ext>
            </a:extLst>
          </p:cNvPr>
          <p:cNvSpPr/>
          <p:nvPr/>
        </p:nvSpPr>
        <p:spPr>
          <a:xfrm>
            <a:off x="184374" y="558342"/>
            <a:ext cx="389467" cy="369330"/>
          </a:xfrm>
          <a:prstGeom prst="arc">
            <a:avLst>
              <a:gd name="adj1" fmla="val 11039206"/>
              <a:gd name="adj2" fmla="val 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3DE193-75D8-8B40-911A-C4D3856CD6BC}"/>
              </a:ext>
            </a:extLst>
          </p:cNvPr>
          <p:cNvSpPr txBox="1"/>
          <p:nvPr/>
        </p:nvSpPr>
        <p:spPr>
          <a:xfrm>
            <a:off x="1400772" y="1142778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r>
              <a:rPr lang="en-US" sz="1200" baseline="-25000" dirty="0"/>
              <a:t>P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2E4B10-268E-DF4F-8C93-A35FF66D9714}"/>
              </a:ext>
            </a:extLst>
          </p:cNvPr>
          <p:cNvSpPr txBox="1"/>
          <p:nvPr/>
        </p:nvSpPr>
        <p:spPr>
          <a:xfrm>
            <a:off x="836525" y="678941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baseline="-25000" dirty="0" err="1"/>
              <a:t>R</a:t>
            </a:r>
            <a:endParaRPr lang="en-US" sz="1200" baseline="-25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F4CD20-4C2D-DA45-8F68-D5B4FBA54D16}"/>
              </a:ext>
            </a:extLst>
          </p:cNvPr>
          <p:cNvSpPr txBox="1"/>
          <p:nvPr/>
        </p:nvSpPr>
        <p:spPr>
          <a:xfrm>
            <a:off x="818514" y="338498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baseline="-25000" dirty="0" err="1"/>
              <a:t>N</a:t>
            </a:r>
            <a:endParaRPr lang="en-US" sz="1200" baseline="-25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CA900C-4E7D-EB4C-9911-BFD974BB4127}"/>
              </a:ext>
            </a:extLst>
          </p:cNvPr>
          <p:cNvSpPr txBox="1"/>
          <p:nvPr/>
        </p:nvSpPr>
        <p:spPr>
          <a:xfrm>
            <a:off x="835884" y="952573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</a:t>
            </a:r>
            <a:r>
              <a:rPr lang="en-US" sz="1200" baseline="-25000" dirty="0" err="1"/>
              <a:t>P</a:t>
            </a:r>
            <a:endParaRPr lang="en-US" sz="1200" baseline="-25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76E0E79-FA94-844E-A3BF-CEAF8BC8159E}"/>
              </a:ext>
            </a:extLst>
          </p:cNvPr>
          <p:cNvSpPr txBox="1"/>
          <p:nvPr/>
        </p:nvSpPr>
        <p:spPr>
          <a:xfrm>
            <a:off x="240741" y="320816"/>
            <a:ext cx="499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" pitchFamily="2" charset="0"/>
              </a:rPr>
              <a:t>β</a:t>
            </a:r>
            <a:r>
              <a:rPr lang="en-US" sz="1200" baseline="-25000" dirty="0"/>
              <a:t>S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7DFE216-DC98-9948-AAD4-C698D5878C74}"/>
              </a:ext>
            </a:extLst>
          </p:cNvPr>
          <p:cNvSpPr/>
          <p:nvPr/>
        </p:nvSpPr>
        <p:spPr>
          <a:xfrm>
            <a:off x="3800171" y="267523"/>
            <a:ext cx="914400" cy="3504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07EF6E2-55A0-694F-9DA2-EEB61F246F11}"/>
              </a:ext>
            </a:extLst>
          </p:cNvPr>
          <p:cNvSpPr/>
          <p:nvPr/>
        </p:nvSpPr>
        <p:spPr>
          <a:xfrm>
            <a:off x="3800171" y="1125063"/>
            <a:ext cx="914400" cy="3504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470D524-9B4F-5849-BC47-3E07431CD0BB}"/>
              </a:ext>
            </a:extLst>
          </p:cNvPr>
          <p:cNvCxnSpPr>
            <a:cxnSpLocks/>
            <a:endCxn id="88" idx="2"/>
          </p:cNvCxnSpPr>
          <p:nvPr/>
        </p:nvCxnSpPr>
        <p:spPr>
          <a:xfrm>
            <a:off x="3166311" y="442429"/>
            <a:ext cx="633860" cy="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0CD5E3C-70AC-9C44-A1D4-0F31A8996A28}"/>
              </a:ext>
            </a:extLst>
          </p:cNvPr>
          <p:cNvCxnSpPr>
            <a:cxnSpLocks/>
          </p:cNvCxnSpPr>
          <p:nvPr/>
        </p:nvCxnSpPr>
        <p:spPr>
          <a:xfrm>
            <a:off x="3160674" y="1294741"/>
            <a:ext cx="633860" cy="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960928-F4B4-9546-933C-74A6DE1CA1E3}"/>
              </a:ext>
            </a:extLst>
          </p:cNvPr>
          <p:cNvSpPr txBox="1"/>
          <p:nvPr/>
        </p:nvSpPr>
        <p:spPr>
          <a:xfrm>
            <a:off x="1738000" y="332985"/>
            <a:ext cx="13612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Neutrophil Maturation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D98643-B161-B741-ACF8-FB2E80B51153}"/>
              </a:ext>
            </a:extLst>
          </p:cNvPr>
          <p:cNvSpPr txBox="1"/>
          <p:nvPr/>
        </p:nvSpPr>
        <p:spPr>
          <a:xfrm>
            <a:off x="3998326" y="28681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18"/>
                <a:ea typeface="Andale Sans UI" pitchFamily="2"/>
                <a:cs typeface="Tahoma" pitchFamily="2"/>
              </a:rPr>
              <a:t>N(t)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2608184-664B-384A-B0E7-6B7AAFB7CA53}"/>
              </a:ext>
            </a:extLst>
          </p:cNvPr>
          <p:cNvSpPr txBox="1"/>
          <p:nvPr/>
        </p:nvSpPr>
        <p:spPr>
          <a:xfrm>
            <a:off x="1738000" y="1173556"/>
            <a:ext cx="1207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Platelet Maturation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B727AD-25C4-B44B-9D68-B2F6BEA68FCC}"/>
              </a:ext>
            </a:extLst>
          </p:cNvPr>
          <p:cNvSpPr txBox="1"/>
          <p:nvPr/>
        </p:nvSpPr>
        <p:spPr>
          <a:xfrm>
            <a:off x="4033592" y="1146421"/>
            <a:ext cx="4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P(t)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9C2948-9499-AC4D-B1D9-5D6C4F85DCAF}"/>
              </a:ext>
            </a:extLst>
          </p:cNvPr>
          <p:cNvSpPr/>
          <p:nvPr/>
        </p:nvSpPr>
        <p:spPr>
          <a:xfrm>
            <a:off x="127409" y="740640"/>
            <a:ext cx="520446" cy="356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7C08A1-89A7-CD47-A8FD-E0F737C54C37}"/>
              </a:ext>
            </a:extLst>
          </p:cNvPr>
          <p:cNvSpPr txBox="1"/>
          <p:nvPr/>
        </p:nvSpPr>
        <p:spPr>
          <a:xfrm>
            <a:off x="159806" y="75193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itchFamily="18"/>
                <a:ea typeface="Andale Sans UI" pitchFamily="2"/>
                <a:cs typeface="Tahoma" pitchFamily="2"/>
              </a:rPr>
              <a:t>S(t)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BB2D5D1E-9393-8C45-8A16-E7E0D1A891FF}"/>
              </a:ext>
            </a:extLst>
          </p:cNvPr>
          <p:cNvSpPr/>
          <p:nvPr/>
        </p:nvSpPr>
        <p:spPr>
          <a:xfrm>
            <a:off x="1510607" y="93844"/>
            <a:ext cx="2591130" cy="261466"/>
          </a:xfrm>
          <a:custGeom>
            <a:avLst/>
            <a:gdLst>
              <a:gd name="connsiteX0" fmla="*/ 2591130 w 2591130"/>
              <a:gd name="connsiteY0" fmla="*/ 183089 h 261466"/>
              <a:gd name="connsiteX1" fmla="*/ 1671505 w 2591130"/>
              <a:gd name="connsiteY1" fmla="*/ 26334 h 261466"/>
              <a:gd name="connsiteX2" fmla="*/ 574225 w 2591130"/>
              <a:gd name="connsiteY2" fmla="*/ 5434 h 261466"/>
              <a:gd name="connsiteX3" fmla="*/ 83062 w 2591130"/>
              <a:gd name="connsiteY3" fmla="*/ 83811 h 261466"/>
              <a:gd name="connsiteX4" fmla="*/ 4684 w 2591130"/>
              <a:gd name="connsiteY4" fmla="*/ 261466 h 26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130" h="261466">
                <a:moveTo>
                  <a:pt x="2591130" y="183089"/>
                </a:moveTo>
                <a:cubicBezTo>
                  <a:pt x="2299393" y="119516"/>
                  <a:pt x="2007656" y="55943"/>
                  <a:pt x="1671505" y="26334"/>
                </a:cubicBezTo>
                <a:cubicBezTo>
                  <a:pt x="1335354" y="-3275"/>
                  <a:pt x="838965" y="-4146"/>
                  <a:pt x="574225" y="5434"/>
                </a:cubicBezTo>
                <a:cubicBezTo>
                  <a:pt x="309484" y="15013"/>
                  <a:pt x="177985" y="41139"/>
                  <a:pt x="83062" y="83811"/>
                </a:cubicBezTo>
                <a:cubicBezTo>
                  <a:pt x="-11861" y="126483"/>
                  <a:pt x="-3589" y="193974"/>
                  <a:pt x="4684" y="261466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1DE9C70E-81A9-B440-8F48-DAEB1179C0D4}"/>
              </a:ext>
            </a:extLst>
          </p:cNvPr>
          <p:cNvSpPr/>
          <p:nvPr/>
        </p:nvSpPr>
        <p:spPr>
          <a:xfrm>
            <a:off x="1529050" y="937839"/>
            <a:ext cx="2591130" cy="261466"/>
          </a:xfrm>
          <a:custGeom>
            <a:avLst/>
            <a:gdLst>
              <a:gd name="connsiteX0" fmla="*/ 2591130 w 2591130"/>
              <a:gd name="connsiteY0" fmla="*/ 183089 h 261466"/>
              <a:gd name="connsiteX1" fmla="*/ 1671505 w 2591130"/>
              <a:gd name="connsiteY1" fmla="*/ 26334 h 261466"/>
              <a:gd name="connsiteX2" fmla="*/ 574225 w 2591130"/>
              <a:gd name="connsiteY2" fmla="*/ 5434 h 261466"/>
              <a:gd name="connsiteX3" fmla="*/ 83062 w 2591130"/>
              <a:gd name="connsiteY3" fmla="*/ 83811 h 261466"/>
              <a:gd name="connsiteX4" fmla="*/ 4684 w 2591130"/>
              <a:gd name="connsiteY4" fmla="*/ 261466 h 261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130" h="261466">
                <a:moveTo>
                  <a:pt x="2591130" y="183089"/>
                </a:moveTo>
                <a:cubicBezTo>
                  <a:pt x="2299393" y="119516"/>
                  <a:pt x="2007656" y="55943"/>
                  <a:pt x="1671505" y="26334"/>
                </a:cubicBezTo>
                <a:cubicBezTo>
                  <a:pt x="1335354" y="-3275"/>
                  <a:pt x="838965" y="-4146"/>
                  <a:pt x="574225" y="5434"/>
                </a:cubicBezTo>
                <a:cubicBezTo>
                  <a:pt x="309484" y="15013"/>
                  <a:pt x="177985" y="41139"/>
                  <a:pt x="83062" y="83811"/>
                </a:cubicBezTo>
                <a:cubicBezTo>
                  <a:pt x="-11861" y="126483"/>
                  <a:pt x="-3589" y="193974"/>
                  <a:pt x="4684" y="261466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4E6FC37-2ECB-1143-A71B-24792B5079A0}"/>
              </a:ext>
            </a:extLst>
          </p:cNvPr>
          <p:cNvCxnSpPr>
            <a:cxnSpLocks/>
          </p:cNvCxnSpPr>
          <p:nvPr/>
        </p:nvCxnSpPr>
        <p:spPr>
          <a:xfrm>
            <a:off x="4428856" y="611725"/>
            <a:ext cx="285715" cy="24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F8F5F03-572A-4C4F-AC5E-42B599A2FD0E}"/>
              </a:ext>
            </a:extLst>
          </p:cNvPr>
          <p:cNvCxnSpPr>
            <a:cxnSpLocks/>
          </p:cNvCxnSpPr>
          <p:nvPr/>
        </p:nvCxnSpPr>
        <p:spPr>
          <a:xfrm>
            <a:off x="4455684" y="1454198"/>
            <a:ext cx="285715" cy="24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78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22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Andale Sans UI</vt:lpstr>
      <vt:lpstr>Arial</vt:lpstr>
      <vt:lpstr>Calibri</vt:lpstr>
      <vt:lpstr>Calibri Light</vt:lpstr>
      <vt:lpstr>Tahoma</vt:lpstr>
      <vt:lpstr>Times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Tomas Radivoyevitch</dc:creator>
  <cp:lastModifiedBy>Tomas Radivoyevitch</cp:lastModifiedBy>
  <cp:revision>3</cp:revision>
  <dcterms:created xsi:type="dcterms:W3CDTF">2019-06-06T11:21:59Z</dcterms:created>
  <dcterms:modified xsi:type="dcterms:W3CDTF">2019-06-06T12:31:07Z</dcterms:modified>
</cp:coreProperties>
</file>