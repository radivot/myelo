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4846638" cy="1371600"/>
  <p:notesSz cx="6858000" cy="9144000"/>
  <p:defaultTextStyle>
    <a:defPPr>
      <a:defRPr lang="en-US"/>
    </a:defPPr>
    <a:lvl1pPr marL="0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1pPr>
    <a:lvl2pPr marL="160183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2pPr>
    <a:lvl3pPr marL="320366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3pPr>
    <a:lvl4pPr marL="480548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4pPr>
    <a:lvl5pPr marL="640733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5pPr>
    <a:lvl6pPr marL="800914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6pPr>
    <a:lvl7pPr marL="961098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7pPr>
    <a:lvl8pPr marL="1121280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8pPr>
    <a:lvl9pPr marL="1281463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9"/>
    <p:restoredTop sz="94674"/>
  </p:normalViewPr>
  <p:slideViewPr>
    <p:cSldViewPr snapToGrid="0" snapToObjects="1">
      <p:cViewPr varScale="1">
        <p:scale>
          <a:sx n="226" d="100"/>
          <a:sy n="226" d="100"/>
        </p:scale>
        <p:origin x="56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5830" y="224473"/>
            <a:ext cx="3634979" cy="477520"/>
          </a:xfr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830" y="720408"/>
            <a:ext cx="3634979" cy="331152"/>
          </a:xfrm>
        </p:spPr>
        <p:txBody>
          <a:bodyPr/>
          <a:lstStyle>
            <a:lvl1pPr marL="0" indent="0" algn="ctr">
              <a:buNone/>
              <a:defRPr sz="480"/>
            </a:lvl1pPr>
            <a:lvl2pPr marL="91440" indent="0" algn="ctr">
              <a:buNone/>
              <a:defRPr sz="400"/>
            </a:lvl2pPr>
            <a:lvl3pPr marL="182880" indent="0" algn="ctr">
              <a:buNone/>
              <a:defRPr sz="360"/>
            </a:lvl3pPr>
            <a:lvl4pPr marL="274320" indent="0" algn="ctr">
              <a:buNone/>
              <a:defRPr sz="320"/>
            </a:lvl4pPr>
            <a:lvl5pPr marL="365760" indent="0" algn="ctr">
              <a:buNone/>
              <a:defRPr sz="320"/>
            </a:lvl5pPr>
            <a:lvl6pPr marL="457200" indent="0" algn="ctr">
              <a:buNone/>
              <a:defRPr sz="320"/>
            </a:lvl6pPr>
            <a:lvl7pPr marL="548640" indent="0" algn="ctr">
              <a:buNone/>
              <a:defRPr sz="320"/>
            </a:lvl7pPr>
            <a:lvl8pPr marL="640080" indent="0" algn="ctr">
              <a:buNone/>
              <a:defRPr sz="320"/>
            </a:lvl8pPr>
            <a:lvl9pPr marL="731520" indent="0" algn="ctr">
              <a:buNone/>
              <a:defRPr sz="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45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6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682" y="341948"/>
            <a:ext cx="4180225" cy="570547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682" y="917893"/>
            <a:ext cx="4180225" cy="300037"/>
          </a:xfrm>
        </p:spPr>
        <p:txBody>
          <a:bodyPr/>
          <a:lstStyle>
            <a:lvl1pPr marL="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1pPr>
            <a:lvl2pPr marL="9144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82880" indent="0">
              <a:buNone/>
              <a:defRPr sz="360">
                <a:solidFill>
                  <a:schemeClr val="tx1">
                    <a:tint val="75000"/>
                  </a:schemeClr>
                </a:solidFill>
              </a:defRPr>
            </a:lvl3pPr>
            <a:lvl4pPr marL="2743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4pPr>
            <a:lvl5pPr marL="36576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5pPr>
            <a:lvl6pPr marL="45720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6pPr>
            <a:lvl7pPr marL="54864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7pPr>
            <a:lvl8pPr marL="64008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8pPr>
            <a:lvl9pPr marL="7315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19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206" y="365125"/>
            <a:ext cx="2059821" cy="8702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3611" y="365125"/>
            <a:ext cx="2059821" cy="8702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38" y="73025"/>
            <a:ext cx="4180225" cy="265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3838" y="336233"/>
            <a:ext cx="2050355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838" y="501015"/>
            <a:ext cx="2050355" cy="73691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53611" y="336233"/>
            <a:ext cx="2060452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53611" y="501015"/>
            <a:ext cx="2060452" cy="73691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1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6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83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38" y="91440"/>
            <a:ext cx="1563167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453" y="197485"/>
            <a:ext cx="2453610" cy="974725"/>
          </a:xfrm>
        </p:spPr>
        <p:txBody>
          <a:bodyPr/>
          <a:lstStyle>
            <a:lvl1pPr>
              <a:defRPr sz="640"/>
            </a:lvl1pPr>
            <a:lvl2pPr>
              <a:defRPr sz="560"/>
            </a:lvl2pPr>
            <a:lvl3pPr>
              <a:defRPr sz="48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3838" y="411480"/>
            <a:ext cx="1563167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70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38" y="91440"/>
            <a:ext cx="1563167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60453" y="197485"/>
            <a:ext cx="2453610" cy="974725"/>
          </a:xfrm>
        </p:spPr>
        <p:txBody>
          <a:bodyPr anchor="t"/>
          <a:lstStyle>
            <a:lvl1pPr marL="0" indent="0">
              <a:buNone/>
              <a:defRPr sz="640"/>
            </a:lvl1pPr>
            <a:lvl2pPr marL="91440" indent="0">
              <a:buNone/>
              <a:defRPr sz="560"/>
            </a:lvl2pPr>
            <a:lvl3pPr marL="182880" indent="0">
              <a:buNone/>
              <a:defRPr sz="480"/>
            </a:lvl3pPr>
            <a:lvl4pPr marL="274320" indent="0">
              <a:buNone/>
              <a:defRPr sz="400"/>
            </a:lvl4pPr>
            <a:lvl5pPr marL="365760" indent="0">
              <a:buNone/>
              <a:defRPr sz="400"/>
            </a:lvl5pPr>
            <a:lvl6pPr marL="457200" indent="0">
              <a:buNone/>
              <a:defRPr sz="400"/>
            </a:lvl6pPr>
            <a:lvl7pPr marL="548640" indent="0">
              <a:buNone/>
              <a:defRPr sz="400"/>
            </a:lvl7pPr>
            <a:lvl8pPr marL="640080" indent="0">
              <a:buNone/>
              <a:defRPr sz="400"/>
            </a:lvl8pPr>
            <a:lvl9pPr marL="731520" indent="0">
              <a:buNone/>
              <a:defRPr sz="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3838" y="411480"/>
            <a:ext cx="1563167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9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28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68375" y="73025"/>
            <a:ext cx="1045056" cy="11623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3206" y="73025"/>
            <a:ext cx="3074586" cy="116236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6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3207" y="73025"/>
            <a:ext cx="4180225" cy="265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3207" y="365125"/>
            <a:ext cx="4180225" cy="870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206" y="1271270"/>
            <a:ext cx="1090494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02930-A082-7C4C-BCA5-670717E841A7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5449" y="1271270"/>
            <a:ext cx="163574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22938" y="1271270"/>
            <a:ext cx="1090494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7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82880" rtl="0" eaLnBrk="1" latinLnBrk="0" hangingPunct="1">
        <a:lnSpc>
          <a:spcPct val="90000"/>
        </a:lnSpc>
        <a:spcBef>
          <a:spcPct val="0"/>
        </a:spcBef>
        <a:buNone/>
        <a:defRPr sz="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" indent="-45720" algn="l" defTabSz="18288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rc 81">
            <a:extLst>
              <a:ext uri="{FF2B5EF4-FFF2-40B4-BE49-F238E27FC236}">
                <a16:creationId xmlns:a16="http://schemas.microsoft.com/office/drawing/2014/main" id="{C64D1986-286C-DC4B-8F0A-5D55CC447DB4}"/>
              </a:ext>
            </a:extLst>
          </p:cNvPr>
          <p:cNvSpPr/>
          <p:nvPr/>
        </p:nvSpPr>
        <p:spPr>
          <a:xfrm>
            <a:off x="178731" y="476491"/>
            <a:ext cx="389467" cy="369330"/>
          </a:xfrm>
          <a:prstGeom prst="arc">
            <a:avLst>
              <a:gd name="adj1" fmla="val 11039206"/>
              <a:gd name="adj2" fmla="val 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7DFE216-DC98-9948-AAD4-C698D5878C74}"/>
              </a:ext>
            </a:extLst>
          </p:cNvPr>
          <p:cNvSpPr/>
          <p:nvPr/>
        </p:nvSpPr>
        <p:spPr>
          <a:xfrm>
            <a:off x="3721152" y="671090"/>
            <a:ext cx="914400" cy="3504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470D524-9B4F-5849-BC47-3E07431CD0BB}"/>
              </a:ext>
            </a:extLst>
          </p:cNvPr>
          <p:cNvCxnSpPr>
            <a:cxnSpLocks/>
          </p:cNvCxnSpPr>
          <p:nvPr/>
        </p:nvCxnSpPr>
        <p:spPr>
          <a:xfrm>
            <a:off x="3237038" y="844789"/>
            <a:ext cx="477761" cy="1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5960928-F4B4-9546-933C-74A6DE1CA1E3}"/>
              </a:ext>
            </a:extLst>
          </p:cNvPr>
          <p:cNvSpPr txBox="1"/>
          <p:nvPr/>
        </p:nvSpPr>
        <p:spPr>
          <a:xfrm>
            <a:off x="1504963" y="1083348"/>
            <a:ext cx="13612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Neutrophil Maturation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8D98643-B161-B741-ACF8-FB2E80B51153}"/>
              </a:ext>
            </a:extLst>
          </p:cNvPr>
          <p:cNvSpPr txBox="1"/>
          <p:nvPr/>
        </p:nvSpPr>
        <p:spPr>
          <a:xfrm>
            <a:off x="3919307" y="69038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rial" pitchFamily="18"/>
                <a:ea typeface="Andale Sans UI" pitchFamily="2"/>
                <a:cs typeface="Tahoma" pitchFamily="2"/>
              </a:rPr>
              <a:t>Circ</a:t>
            </a:r>
            <a:endParaRPr lang="en-US" sz="1400" dirty="0"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79C2948-9499-AC4D-B1D9-5D6C4F85DCAF}"/>
              </a:ext>
            </a:extLst>
          </p:cNvPr>
          <p:cNvSpPr/>
          <p:nvPr/>
        </p:nvSpPr>
        <p:spPr>
          <a:xfrm>
            <a:off x="121765" y="658790"/>
            <a:ext cx="520446" cy="3563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F7C08A1-89A7-CD47-A8FD-E0F737C54C37}"/>
              </a:ext>
            </a:extLst>
          </p:cNvPr>
          <p:cNvSpPr txBox="1"/>
          <p:nvPr/>
        </p:nvSpPr>
        <p:spPr>
          <a:xfrm>
            <a:off x="154162" y="67008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rial" pitchFamily="18"/>
                <a:ea typeface="Andale Sans UI" pitchFamily="2"/>
                <a:cs typeface="Tahoma" pitchFamily="2"/>
              </a:rPr>
              <a:t>prol</a:t>
            </a:r>
            <a:endParaRPr lang="en-US" sz="1400" dirty="0"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BB2D5D1E-9393-8C45-8A16-E7E0D1A891FF}"/>
              </a:ext>
            </a:extLst>
          </p:cNvPr>
          <p:cNvSpPr/>
          <p:nvPr/>
        </p:nvSpPr>
        <p:spPr>
          <a:xfrm>
            <a:off x="636987" y="213214"/>
            <a:ext cx="3383921" cy="454698"/>
          </a:xfrm>
          <a:custGeom>
            <a:avLst/>
            <a:gdLst>
              <a:gd name="connsiteX0" fmla="*/ 2591130 w 2591130"/>
              <a:gd name="connsiteY0" fmla="*/ 183089 h 261466"/>
              <a:gd name="connsiteX1" fmla="*/ 1671505 w 2591130"/>
              <a:gd name="connsiteY1" fmla="*/ 26334 h 261466"/>
              <a:gd name="connsiteX2" fmla="*/ 574225 w 2591130"/>
              <a:gd name="connsiteY2" fmla="*/ 5434 h 261466"/>
              <a:gd name="connsiteX3" fmla="*/ 83062 w 2591130"/>
              <a:gd name="connsiteY3" fmla="*/ 83811 h 261466"/>
              <a:gd name="connsiteX4" fmla="*/ 4684 w 2591130"/>
              <a:gd name="connsiteY4" fmla="*/ 261466 h 261466"/>
              <a:gd name="connsiteX0" fmla="*/ 2595803 w 2595803"/>
              <a:gd name="connsiteY0" fmla="*/ 183089 h 183089"/>
              <a:gd name="connsiteX1" fmla="*/ 1676178 w 2595803"/>
              <a:gd name="connsiteY1" fmla="*/ 26334 h 183089"/>
              <a:gd name="connsiteX2" fmla="*/ 578898 w 2595803"/>
              <a:gd name="connsiteY2" fmla="*/ 5434 h 183089"/>
              <a:gd name="connsiteX3" fmla="*/ 87735 w 2595803"/>
              <a:gd name="connsiteY3" fmla="*/ 83811 h 183089"/>
              <a:gd name="connsiteX4" fmla="*/ 3712 w 2595803"/>
              <a:gd name="connsiteY4" fmla="*/ 159866 h 183089"/>
              <a:gd name="connsiteX0" fmla="*/ 2592091 w 2592091"/>
              <a:gd name="connsiteY0" fmla="*/ 183089 h 183089"/>
              <a:gd name="connsiteX1" fmla="*/ 1672466 w 2592091"/>
              <a:gd name="connsiteY1" fmla="*/ 26334 h 183089"/>
              <a:gd name="connsiteX2" fmla="*/ 575186 w 2592091"/>
              <a:gd name="connsiteY2" fmla="*/ 5434 h 183089"/>
              <a:gd name="connsiteX3" fmla="*/ 84023 w 2592091"/>
              <a:gd name="connsiteY3" fmla="*/ 83811 h 183089"/>
              <a:gd name="connsiteX4" fmla="*/ 0 w 2592091"/>
              <a:gd name="connsiteY4" fmla="*/ 159866 h 183089"/>
              <a:gd name="connsiteX0" fmla="*/ 2789647 w 2789647"/>
              <a:gd name="connsiteY0" fmla="*/ 183089 h 323554"/>
              <a:gd name="connsiteX1" fmla="*/ 1870022 w 2789647"/>
              <a:gd name="connsiteY1" fmla="*/ 26334 h 323554"/>
              <a:gd name="connsiteX2" fmla="*/ 772742 w 2789647"/>
              <a:gd name="connsiteY2" fmla="*/ 5434 h 323554"/>
              <a:gd name="connsiteX3" fmla="*/ 281579 w 2789647"/>
              <a:gd name="connsiteY3" fmla="*/ 83811 h 323554"/>
              <a:gd name="connsiteX4" fmla="*/ 0 w 2789647"/>
              <a:gd name="connsiteY4" fmla="*/ 323554 h 323554"/>
              <a:gd name="connsiteX0" fmla="*/ 2875997 w 2875997"/>
              <a:gd name="connsiteY0" fmla="*/ 603248 h 603248"/>
              <a:gd name="connsiteX1" fmla="*/ 1870022 w 2875997"/>
              <a:gd name="connsiteY1" fmla="*/ 51382 h 603248"/>
              <a:gd name="connsiteX2" fmla="*/ 772742 w 2875997"/>
              <a:gd name="connsiteY2" fmla="*/ 30482 h 603248"/>
              <a:gd name="connsiteX3" fmla="*/ 281579 w 2875997"/>
              <a:gd name="connsiteY3" fmla="*/ 108859 h 603248"/>
              <a:gd name="connsiteX4" fmla="*/ 0 w 2875997"/>
              <a:gd name="connsiteY4" fmla="*/ 348602 h 603248"/>
              <a:gd name="connsiteX0" fmla="*/ 2875997 w 2875997"/>
              <a:gd name="connsiteY0" fmla="*/ 576249 h 576249"/>
              <a:gd name="connsiteX1" fmla="*/ 1865224 w 2875997"/>
              <a:gd name="connsiteY1" fmla="*/ 188072 h 576249"/>
              <a:gd name="connsiteX2" fmla="*/ 772742 w 2875997"/>
              <a:gd name="connsiteY2" fmla="*/ 3483 h 576249"/>
              <a:gd name="connsiteX3" fmla="*/ 281579 w 2875997"/>
              <a:gd name="connsiteY3" fmla="*/ 81860 h 576249"/>
              <a:gd name="connsiteX4" fmla="*/ 0 w 2875997"/>
              <a:gd name="connsiteY4" fmla="*/ 321603 h 576249"/>
              <a:gd name="connsiteX0" fmla="*/ 2875997 w 2875997"/>
              <a:gd name="connsiteY0" fmla="*/ 508632 h 508632"/>
              <a:gd name="connsiteX1" fmla="*/ 1865224 w 2875997"/>
              <a:gd name="connsiteY1" fmla="*/ 120455 h 508632"/>
              <a:gd name="connsiteX2" fmla="*/ 782336 w 2875997"/>
              <a:gd name="connsiteY2" fmla="*/ 54399 h 508632"/>
              <a:gd name="connsiteX3" fmla="*/ 281579 w 2875997"/>
              <a:gd name="connsiteY3" fmla="*/ 14243 h 508632"/>
              <a:gd name="connsiteX4" fmla="*/ 0 w 2875997"/>
              <a:gd name="connsiteY4" fmla="*/ 253986 h 508632"/>
              <a:gd name="connsiteX0" fmla="*/ 2875997 w 2875997"/>
              <a:gd name="connsiteY0" fmla="*/ 454698 h 454698"/>
              <a:gd name="connsiteX1" fmla="*/ 1865224 w 2875997"/>
              <a:gd name="connsiteY1" fmla="*/ 66521 h 454698"/>
              <a:gd name="connsiteX2" fmla="*/ 782336 w 2875997"/>
              <a:gd name="connsiteY2" fmla="*/ 465 h 454698"/>
              <a:gd name="connsiteX3" fmla="*/ 271984 w 2875997"/>
              <a:gd name="connsiteY3" fmla="*/ 67554 h 454698"/>
              <a:gd name="connsiteX4" fmla="*/ 0 w 2875997"/>
              <a:gd name="connsiteY4" fmla="*/ 200052 h 45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5997" h="454698">
                <a:moveTo>
                  <a:pt x="2875997" y="454698"/>
                </a:moveTo>
                <a:cubicBezTo>
                  <a:pt x="2584260" y="391125"/>
                  <a:pt x="2214167" y="142226"/>
                  <a:pt x="1865224" y="66521"/>
                </a:cubicBezTo>
                <a:cubicBezTo>
                  <a:pt x="1516281" y="-9184"/>
                  <a:pt x="1047876" y="293"/>
                  <a:pt x="782336" y="465"/>
                </a:cubicBezTo>
                <a:cubicBezTo>
                  <a:pt x="516796" y="637"/>
                  <a:pt x="366907" y="24882"/>
                  <a:pt x="271984" y="67554"/>
                </a:cubicBezTo>
                <a:cubicBezTo>
                  <a:pt x="177061" y="110226"/>
                  <a:pt x="87683" y="160783"/>
                  <a:pt x="0" y="200052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4E6FC37-2ECB-1143-A71B-24792B5079A0}"/>
              </a:ext>
            </a:extLst>
          </p:cNvPr>
          <p:cNvCxnSpPr>
            <a:cxnSpLocks/>
          </p:cNvCxnSpPr>
          <p:nvPr/>
        </p:nvCxnSpPr>
        <p:spPr>
          <a:xfrm>
            <a:off x="4457077" y="975783"/>
            <a:ext cx="285715" cy="243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C5CCBBD-E6ED-3B4C-B6CE-3006747C8DA9}"/>
              </a:ext>
            </a:extLst>
          </p:cNvPr>
          <p:cNvSpPr txBox="1"/>
          <p:nvPr/>
        </p:nvSpPr>
        <p:spPr>
          <a:xfrm>
            <a:off x="13635" y="985065"/>
            <a:ext cx="905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Neutrophil Proliferation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8E664C-8D02-3847-B904-B5D18D2A2E8E}"/>
              </a:ext>
            </a:extLst>
          </p:cNvPr>
          <p:cNvSpPr txBox="1"/>
          <p:nvPr/>
        </p:nvSpPr>
        <p:spPr>
          <a:xfrm>
            <a:off x="3265688" y="1100222"/>
            <a:ext cx="13708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Circulating Neutrophils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82B67B4-5886-7044-9C52-E073DEABFCF2}"/>
              </a:ext>
            </a:extLst>
          </p:cNvPr>
          <p:cNvCxnSpPr>
            <a:cxnSpLocks/>
          </p:cNvCxnSpPr>
          <p:nvPr/>
        </p:nvCxnSpPr>
        <p:spPr>
          <a:xfrm flipV="1">
            <a:off x="204983" y="272936"/>
            <a:ext cx="168481" cy="2936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A6769C-5DAB-534A-AE15-C6C373003FDA}"/>
              </a:ext>
            </a:extLst>
          </p:cNvPr>
          <p:cNvSpPr txBox="1"/>
          <p:nvPr/>
        </p:nvSpPr>
        <p:spPr>
          <a:xfrm>
            <a:off x="415608" y="294980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i="1" baseline="-25000" dirty="0" err="1"/>
              <a:t>tr</a:t>
            </a:r>
            <a:endParaRPr lang="en-US" sz="1200" baseline="-25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BD4447-D3DB-1840-87A4-AA1FFD6E2E8D}"/>
              </a:ext>
            </a:extLst>
          </p:cNvPr>
          <p:cNvSpPr txBox="1"/>
          <p:nvPr/>
        </p:nvSpPr>
        <p:spPr>
          <a:xfrm>
            <a:off x="238846" y="30265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E</a:t>
            </a:r>
            <a:r>
              <a:rPr lang="en-US" sz="1200" i="1" baseline="-25000" dirty="0" err="1"/>
              <a:t>drug</a:t>
            </a:r>
            <a:endParaRPr lang="en-US" sz="1200" baseline="-25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ED969F-09FB-B949-95DF-ED2231610B97}"/>
              </a:ext>
            </a:extLst>
          </p:cNvPr>
          <p:cNvGrpSpPr/>
          <p:nvPr/>
        </p:nvGrpSpPr>
        <p:grpSpPr>
          <a:xfrm>
            <a:off x="643468" y="617412"/>
            <a:ext cx="959901" cy="393744"/>
            <a:chOff x="649111" y="699263"/>
            <a:chExt cx="959901" cy="393744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45A89A1-501D-7B4B-8C9E-7B0D19697705}"/>
                </a:ext>
              </a:extLst>
            </p:cNvPr>
            <p:cNvCxnSpPr>
              <a:cxnSpLocks/>
            </p:cNvCxnSpPr>
            <p:nvPr/>
          </p:nvCxnSpPr>
          <p:spPr>
            <a:xfrm>
              <a:off x="649111" y="931333"/>
              <a:ext cx="338462" cy="26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72E4B10-268E-DF4F-8C93-A35FF66D9714}"/>
                </a:ext>
              </a:extLst>
            </p:cNvPr>
            <p:cNvSpPr txBox="1"/>
            <p:nvPr/>
          </p:nvSpPr>
          <p:spPr>
            <a:xfrm>
              <a:off x="650016" y="699263"/>
              <a:ext cx="499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/>
                <a:t>k</a:t>
              </a:r>
              <a:r>
                <a:rPr lang="en-US" sz="1200" i="1" baseline="-25000" dirty="0" err="1"/>
                <a:t>tr</a:t>
              </a:r>
              <a:endParaRPr lang="en-US" sz="1200" baseline="-250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C072F33-F988-C44B-A3CB-EFB4155EC0A6}"/>
                </a:ext>
              </a:extLst>
            </p:cNvPr>
            <p:cNvGrpSpPr/>
            <p:nvPr/>
          </p:nvGrpSpPr>
          <p:grpSpPr>
            <a:xfrm>
              <a:off x="927415" y="736660"/>
              <a:ext cx="681597" cy="356347"/>
              <a:chOff x="1147543" y="708440"/>
              <a:chExt cx="681597" cy="356347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A5641F5-467D-F440-BB9A-71FF4FF07239}"/>
                  </a:ext>
                </a:extLst>
              </p:cNvPr>
              <p:cNvSpPr/>
              <p:nvPr/>
            </p:nvSpPr>
            <p:spPr>
              <a:xfrm>
                <a:off x="1212033" y="708440"/>
                <a:ext cx="520446" cy="3563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6C82741-1652-F54C-A761-4995D08E19BC}"/>
                  </a:ext>
                </a:extLst>
              </p:cNvPr>
              <p:cNvSpPr txBox="1"/>
              <p:nvPr/>
            </p:nvSpPr>
            <p:spPr>
              <a:xfrm>
                <a:off x="1147543" y="734026"/>
                <a:ext cx="6815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itchFamily="18"/>
                    <a:ea typeface="Andale Sans UI" pitchFamily="2"/>
                    <a:cs typeface="Tahoma" pitchFamily="2"/>
                  </a:rPr>
                  <a:t>trans1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7D774E1-E6AA-C847-A9DE-B32A645D0F2B}"/>
              </a:ext>
            </a:extLst>
          </p:cNvPr>
          <p:cNvGrpSpPr/>
          <p:nvPr/>
        </p:nvGrpSpPr>
        <p:grpSpPr>
          <a:xfrm>
            <a:off x="1494883" y="617412"/>
            <a:ext cx="964640" cy="393744"/>
            <a:chOff x="633084" y="699263"/>
            <a:chExt cx="964640" cy="393744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1027F6D-C204-E241-8297-ED447B3E932E}"/>
                </a:ext>
              </a:extLst>
            </p:cNvPr>
            <p:cNvCxnSpPr>
              <a:cxnSpLocks/>
            </p:cNvCxnSpPr>
            <p:nvPr/>
          </p:nvCxnSpPr>
          <p:spPr>
            <a:xfrm>
              <a:off x="649111" y="931333"/>
              <a:ext cx="338462" cy="26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747F5ED-6D5D-6343-A035-677186D79162}"/>
                </a:ext>
              </a:extLst>
            </p:cNvPr>
            <p:cNvSpPr txBox="1"/>
            <p:nvPr/>
          </p:nvSpPr>
          <p:spPr>
            <a:xfrm>
              <a:off x="633084" y="699263"/>
              <a:ext cx="499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/>
                <a:t>k</a:t>
              </a:r>
              <a:r>
                <a:rPr lang="en-US" sz="1200" i="1" baseline="-25000" dirty="0" err="1"/>
                <a:t>tr</a:t>
              </a:r>
              <a:endParaRPr lang="en-US" sz="1200" baseline="-250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68212C0-5FDC-554E-A076-67A761AC5C55}"/>
                </a:ext>
              </a:extLst>
            </p:cNvPr>
            <p:cNvGrpSpPr/>
            <p:nvPr/>
          </p:nvGrpSpPr>
          <p:grpSpPr>
            <a:xfrm>
              <a:off x="916127" y="736660"/>
              <a:ext cx="681597" cy="356347"/>
              <a:chOff x="1136255" y="708440"/>
              <a:chExt cx="681597" cy="356347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F94ED57-9A74-7444-925B-5ED8925054C1}"/>
                  </a:ext>
                </a:extLst>
              </p:cNvPr>
              <p:cNvSpPr/>
              <p:nvPr/>
            </p:nvSpPr>
            <p:spPr>
              <a:xfrm>
                <a:off x="1212033" y="708440"/>
                <a:ext cx="520446" cy="3563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102534A-0BFE-E848-8175-9A088D8B3CD6}"/>
                  </a:ext>
                </a:extLst>
              </p:cNvPr>
              <p:cNvSpPr txBox="1"/>
              <p:nvPr/>
            </p:nvSpPr>
            <p:spPr>
              <a:xfrm>
                <a:off x="1136255" y="734026"/>
                <a:ext cx="6815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itchFamily="18"/>
                    <a:ea typeface="Andale Sans UI" pitchFamily="2"/>
                    <a:cs typeface="Tahoma" pitchFamily="2"/>
                  </a:rPr>
                  <a:t>trans2</a:t>
                </a: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2E71E22-B44D-8445-9A99-66D09DDB5C6E}"/>
              </a:ext>
            </a:extLst>
          </p:cNvPr>
          <p:cNvGrpSpPr/>
          <p:nvPr/>
        </p:nvGrpSpPr>
        <p:grpSpPr>
          <a:xfrm>
            <a:off x="2358479" y="617416"/>
            <a:ext cx="964640" cy="393744"/>
            <a:chOff x="633084" y="699263"/>
            <a:chExt cx="964640" cy="393744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6950E54F-256B-BA41-A877-0CF254FD0CC3}"/>
                </a:ext>
              </a:extLst>
            </p:cNvPr>
            <p:cNvCxnSpPr>
              <a:cxnSpLocks/>
            </p:cNvCxnSpPr>
            <p:nvPr/>
          </p:nvCxnSpPr>
          <p:spPr>
            <a:xfrm>
              <a:off x="649111" y="931333"/>
              <a:ext cx="338462" cy="26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57808C7-7E1D-0E43-B9A7-E514F60A2C5A}"/>
                </a:ext>
              </a:extLst>
            </p:cNvPr>
            <p:cNvSpPr txBox="1"/>
            <p:nvPr/>
          </p:nvSpPr>
          <p:spPr>
            <a:xfrm>
              <a:off x="633084" y="699263"/>
              <a:ext cx="499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/>
                <a:t>k</a:t>
              </a:r>
              <a:r>
                <a:rPr lang="en-US" sz="1200" i="1" baseline="-25000" dirty="0" err="1"/>
                <a:t>tr</a:t>
              </a:r>
              <a:endParaRPr lang="en-US" sz="1200" baseline="-25000" dirty="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0355E02-392D-9346-9D1C-FEC28CBD5665}"/>
                </a:ext>
              </a:extLst>
            </p:cNvPr>
            <p:cNvGrpSpPr/>
            <p:nvPr/>
          </p:nvGrpSpPr>
          <p:grpSpPr>
            <a:xfrm>
              <a:off x="916127" y="736660"/>
              <a:ext cx="681597" cy="356347"/>
              <a:chOff x="1136255" y="708440"/>
              <a:chExt cx="681597" cy="356347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82408AD-BBA1-4844-919E-A1FD8A8A7CAC}"/>
                  </a:ext>
                </a:extLst>
              </p:cNvPr>
              <p:cNvSpPr/>
              <p:nvPr/>
            </p:nvSpPr>
            <p:spPr>
              <a:xfrm>
                <a:off x="1212033" y="708440"/>
                <a:ext cx="520446" cy="3563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3E10F40-B3FF-FC4D-B49F-56B4C8790C40}"/>
                  </a:ext>
                </a:extLst>
              </p:cNvPr>
              <p:cNvSpPr txBox="1"/>
              <p:nvPr/>
            </p:nvSpPr>
            <p:spPr>
              <a:xfrm>
                <a:off x="1136255" y="734026"/>
                <a:ext cx="6815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itchFamily="18"/>
                    <a:ea typeface="Andale Sans UI" pitchFamily="2"/>
                    <a:cs typeface="Tahoma" pitchFamily="2"/>
                  </a:rPr>
                  <a:t>trans3</a:t>
                </a:r>
              </a:p>
            </p:txBody>
          </p: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286AA619-E07D-1D42-89F3-CEB04564CB9B}"/>
              </a:ext>
            </a:extLst>
          </p:cNvPr>
          <p:cNvSpPr txBox="1"/>
          <p:nvPr/>
        </p:nvSpPr>
        <p:spPr>
          <a:xfrm>
            <a:off x="3255162" y="609329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i="1" baseline="-25000" dirty="0" err="1"/>
              <a:t>tr</a:t>
            </a:r>
            <a:endParaRPr lang="en-US" sz="1200" baseline="-25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7C3DB0-68EC-7C4F-914C-B9AACDD9EAE5}"/>
              </a:ext>
            </a:extLst>
          </p:cNvPr>
          <p:cNvSpPr txBox="1"/>
          <p:nvPr/>
        </p:nvSpPr>
        <p:spPr>
          <a:xfrm>
            <a:off x="4505920" y="864713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i="1" baseline="-25000" dirty="0" err="1"/>
              <a:t>tr</a:t>
            </a:r>
            <a:endParaRPr lang="en-US" sz="1200" baseline="-25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0B038E1-AAA8-D741-B841-5B96A5BAEA4D}"/>
              </a:ext>
            </a:extLst>
          </p:cNvPr>
          <p:cNvSpPr txBox="1"/>
          <p:nvPr/>
        </p:nvSpPr>
        <p:spPr>
          <a:xfrm>
            <a:off x="1500445" y="167522"/>
            <a:ext cx="1056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x</a:t>
            </a:r>
            <a:r>
              <a:rPr lang="en-US" sz="1200" dirty="0"/>
              <a:t>(Circ0/</a:t>
            </a:r>
            <a:r>
              <a:rPr lang="en-US" sz="1200" dirty="0" err="1"/>
              <a:t>Circ</a:t>
            </a:r>
            <a:r>
              <a:rPr lang="en-US" sz="1200" dirty="0"/>
              <a:t>)</a:t>
            </a:r>
            <a:r>
              <a:rPr lang="en-US" sz="1200" baseline="30000" dirty="0"/>
              <a:t>𝛄</a:t>
            </a:r>
          </a:p>
        </p:txBody>
      </p:sp>
    </p:spTree>
    <p:extLst>
      <p:ext uri="{BB962C8B-B14F-4D97-AF65-F5344CB8AC3E}">
        <p14:creationId xmlns:p14="http://schemas.microsoft.com/office/powerpoint/2010/main" val="268778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25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Andale Sans UI</vt:lpstr>
      <vt:lpstr>Arial</vt:lpstr>
      <vt:lpstr>Calibri</vt:lpstr>
      <vt:lpstr>Calibri Light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Tomas Radivoyevitch</dc:creator>
  <cp:lastModifiedBy>Tomas Radivoyevitch</cp:lastModifiedBy>
  <cp:revision>7</cp:revision>
  <dcterms:created xsi:type="dcterms:W3CDTF">2019-06-06T11:21:59Z</dcterms:created>
  <dcterms:modified xsi:type="dcterms:W3CDTF">2019-08-09T23:09:29Z</dcterms:modified>
</cp:coreProperties>
</file>